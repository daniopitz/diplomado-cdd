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muestran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media, con factor de expansión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 = viajes[["TiempoViaje", "FactorLaboralNormal"]].dropna()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 = datos["TiempoViaje"]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factor = datos["FactorLaboralNormal"]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media_muestra = tiempo.mean()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media_ponderada = (tiempo * factor).sum() / factor.sum()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En la muestra cada viaje pesa 1; con el factor, cada viaje pesa lo que representa en la ciudad: 37,2 contra 34,7 minutos.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Muestra y ponderada, comparadas</a:t>
            </a:r>
          </a:p>
        </p:txBody>
      </p:sp>
      <p:pic>
        <p:nvPicPr>
          <p:cNvPr id="4" name="Picture 3" descr="16_media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877" y="1143000"/>
            <a:ext cx="555824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ponderación sube los viajes cortos y baja los largos: la media cae de 37,2 a 34,7 minutos. Cuando la conclusión es sobre la ciudad, se pondera.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hay una regla universal para excluirlos: es materia de la estadística robusta.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a más de 3 desviaciones estándar de la media. El clásico, pero los propios atípicos inflan la vara con que se mide.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la misma idea con mediana y MAD, que resisten los extremos; corte sugerido en 3,5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rangos de validez del problema. Un viaje de 22 horas en Santiago no es raro: es imposible. El más defendible.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modelos: residuos en regresión y detección de anomalías. Los veremos en las próximas clases; hoy bastan Tukey y el dominio.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