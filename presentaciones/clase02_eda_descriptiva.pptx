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respuesta ya disponible en su contexto: que no baste un reporte existente. Replicar una pregunta que otros ya estudiaron, con datos propios, es válido en este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datos mostrarán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una afirmación verificable, con variables medibles y una relación esperada.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Variables: ModoAgrupado y TiempoViaje; el contraste es una comparación de medias (clase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Sin qué medir ni qué comparar, es una intuición, no una hipótesis.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pic>
        <p:nvPicPr>
          <p:cNvPr id="4" name="Picture 3" descr="11_formulas_ce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86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12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