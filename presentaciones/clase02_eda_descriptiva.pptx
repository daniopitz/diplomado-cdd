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Calidad y limpieza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Rúbrica de la formulación del Capstone.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150 flores de tres especies (setosa, versicolor, virginica), con cuatro medidas en centímetros (largo y ancho de pétalo y sépalo). Publicado por Fisher (1936); el clásico de la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 ya la conocen: 113.591 viajes, con faltantes, colas y códigos. Lo que iris enseña, la EOD lo pone a prueba.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pd.Categorical.from_codes(iris.target, iris.target_names)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columna species queda como variable categórica de Pandas.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 y mediana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Media: la suma dividida por el número de observaciones.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Mediana: el valor que deja la mitad de los datos a cada lado.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iris, largo del sépalo: media 5,84 y mediana 5,80. Casi iguales: la distribución es simétrica.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Cuando difieren, la distribución es asimétrica: la media queda arrastrada hacia la cola.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Rango: máximo menos mínimo; dominado por los extremos.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Desviación estándar: raíz de la varianza, en las unidades originales. En iris, 0,83 cm; en la EOD, 36,1 minutos, casi tan grande como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Percentiles: el valor bajo el cual queda un porcentaje de los datos. En iris, quantile([0, .25, .5, .75, 1]) da 4,3 · 5,1 · 5,8 · 6,4 · 7,9.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IQR = Q3 menos Q1: el tramo del 50% central. En la EOD, de 15 a 50 minutos.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Dimensiones y tipos: shape, info().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Faltantes por columna relevante: isna().sum(), count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Duplicados: fila completa y llave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Rangos válidos de cada variable cuantitativa: min, max, valores sospechosos.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Merges verificados: filas, NaN nuevos, llaves únicas.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respondida ya: revisar qué existe antes de empezar.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datos mostrarán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una afirmación verificable, con variables medibles y una relación esperada.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Variables: ModoAgrupado y TiempoViaje; el contraste es una comparación de medias (clase 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Sin qué medir ni qué comparar, es una intuición, no una hipótesis.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