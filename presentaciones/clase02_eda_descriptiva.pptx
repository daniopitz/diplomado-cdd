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Análisis exploratorio de datos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27 de agosto,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Formular la pregunta y la hipótesis del proyecto.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Rúbrica de la formulación del Capstone.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Qué es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Tendencia central: media, mediana y moda.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Dispersión y forma: desviación estándar, percentiles y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Calidad y limpieza de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pregunta y la hipótesis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Formular el proyecto antes de analizarlo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Seis tipos de pregunta</a:t>
            </a:r>
          </a:p>
        </p:txBody>
      </p:sp>
      <p:pic>
        <p:nvPicPr>
          <p:cNvPr id="4" name="Picture 3" descr="06_tipos_pregun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212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módulo cubre los cuatro primeros tipos. El error más común de un análisis es responder un tipo de pregunta creyendo que se responde otro (Leek y Peng, 2015).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buena a una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 interés real: una audiencia concreta usaría la respuesta (Peng y Matsui, 2015).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pueden retomar preguntas que otros ya estudiaron; lo que no se acepta es copiar la solución: el análisis debe ser propio y sobre sus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Plausible: la respuesta esperada tiene un mecanismo creíble.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Respondible: los datos necesarios existen y son obtenibles.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Específica: nombra variables y población, no generalidades.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(1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¿Cómo mejorar las ventas?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(2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¿Sirve la IA para mi empresa?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(3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¿Por qué renuncian los empleados?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preguntas,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pregunta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que funciona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¿Cómo mejorar las ventas?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medir ni dónde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categorías de producto caen en invierno en las sucursales del sur?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¿Sirve la IA para mi empresa?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Sin variables ni población definidas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¿Cuántas horas de revisión manual ahorra clasificar los reclamos automáticamente?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¿Por qué renuncian los empleados?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Causal; los datos solo permiten explorar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características comparten quienes renunciaron durante 2025?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reparación típica: nombrar la variable, la población y el periodo, y bajar la ambición causal al tipo de pregunta que los datos permiten.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pregunta a la hipótesis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Hipótesis: una afirmación sobre la relación entre variables medibles, que los datos pueden confirmar o refutar.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ningún resultado posible podría refutarla, no es una hipótesis.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Pregunta: ¿la duración del viaje depende del modo de transporte?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Hipótesis: los viajes en transporte público duran en promedio más que en auto. Variables: ModoAgrupado y TiempoViaje; el contraste, una comparación de medias (clase 5).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hipótesis,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hipótesis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verificable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marketing influye en las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marketing ni qué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Las semanas con campaña activa venden más que las semanas sin campaña, en la misma sucursal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reclamos muestran patrones interesantes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es falsable: cualquier cosa la confirma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reclamos aumentan en los meses de mayor demanda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largos son culpa del transporte público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Atribuye causa donde solo hay asociación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en transporte público duran en promedio más que los viajes en auto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Una hipótesis verificable nombra variables medibles y una comparación concreta; la tercera es la que contrastaremos con la EOD.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ciclo PPDAC</a:t>
            </a:r>
          </a:p>
        </p:txBody>
      </p:sp>
      <p:pic>
        <p:nvPicPr>
          <p:cNvPr id="4" name="Picture 3" descr="07_pp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4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Problema, plan, datos, análisis y conclusión (Wild y Pfannkuch, 1999): la formulación del Capstone es la etapa de problema y plan de este ciclo.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formulación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hoy la rúbrica, con seis criterios: problema (20 pts), datos y metadatos (20), estrategia de obtención (15), novedad (15), viabilidad técnica (15) e impacto esperado (15).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Documento de 2 a 3 páginas, un envío por equipo (máximo 2 personas), por el aula virtual.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Entrega: lunes 7 de septiembre. Presentación breve de la idea: jueves 3, con retroalimentación y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Quienes no usen datos de su trabajo pueden partir de la lista de datos sugeridos del repositorio.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análisis exploratorio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es y por qué se hace primero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Examinar los datos antes de modelar: resumirlos, graficarlos y detectar sus problemas.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término viene de Tukey (1977): explorar es trabajo estadístico serio, no un trámite previo.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Hoy: una variable a la vez, más calidad de los datos. El martes: relaciones entre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lo que exige el entregable del 40%: el análisis exploratorio del proyecto.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iris: 150 flores de tres especies, con el largo y el ancho del pétalo y del sépalo en centímetros. Publicado por Fisher (1936).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EOD ya la conocen: 113.591 viajes, con faltantes, colas y códigos.</a:t>
            </a:r>
          </a:p>
        </p:txBody>
      </p:sp>
      <p:pic>
        <p:nvPicPr>
          <p:cNvPr id="5" name="Picture 4" descr="13_iris_par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91656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pd.Categorical.from_codes(iris.target, iris.target_names)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columna species queda como variable categórica de Pandas.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iris_df: las primeras filas</a:t>
            </a:r>
          </a:p>
        </p:txBody>
      </p:sp>
      <p:pic>
        <p:nvPicPr>
          <p:cNvPr id="4" name="Picture 3" descr="14_iris_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150 filas y 5 columnas: cuatro medidas numéricas y la especie como variable categórica.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Tendencia central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el centro de la variable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Frecuencia y moda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una variable cualitativa, el resumen básico es la frecuencia de cada categoría: value_counts(), y en porcentaje con normalize=True.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iris: 50 flores de cada especie (un diseño balanceado).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moda es el valor más frecuente; es el único resumen de tendencia central que existe para variables cualitativas.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EOD, la moda de la duración es 30 minutos: la gente declara tiempos redondeados.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429000"/>
                <a:gridCol w="1737360"/>
                <a:gridCol w="17373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Medida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Definición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iris: largo de sépalo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EOD: duración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promedio: la suma de los valores dividida por el número de datos.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5,84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36,9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central: deja el 50% de los datos a cada lado.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5,80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Moda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más frecuente; el único resumen posible para variables cualitativas.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5,0 cm (10 flores)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iris, media y mediana casi coinciden: la distribución es simétrica. Cuando difieren, la media queda arrastrada hacia la cola.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Ingresos de los hogares de la EOD: mediana $0,51 millones, media $0,69 millones.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atípicos (outliers)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valor atípico es una observación que se aleja notoriamente del resto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Regla operativa de Tukey: fuera de Q1 menos 1,5 por IQR y Q3 más 1,5 por IQR. Es una convención para marcar, no un veredicto.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Hay en ambos datos: en iris, 4 flores con ancho de sépalo fuera del rango; en la EOD, 4.967 viajes sobre 102 minutos (el 4,4%).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Atípico no significa error: puede ser un caso real e informativo, o un error de registro. Distinguirlo exige criterio del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hay una regla universal para excluirlos: es materia de la estadística robusta, un área de investigación en sí misma.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modo: centros y dispersiones distintas en una sola figura. Es el gráfico estándar para comparar una variable cuantitativa entre categorías.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 viene casi limpio; los datos reales,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iris: cero faltantes en sus 150 filas... y aun así tiene una fila duplicada. Hasta el dataset más famoso trae un problema de calidad.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EOD: 278 duraciones faltantes, códigos que traducir, colas sospechosas y factores que son NaN por diseño.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Por eso el checklist de calidad se aplica siempre, también al dataset del proyecto.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típico: un merge con llaves repetidas multiplica filas.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Tapar valores con mask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donde la condición se cumple, reemplaza (aquí, por NaN)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viajes["TiempoViaje"] = viajes["TiempoViaje"].mask(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viajes["TiempoViaje"] &gt; 300)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mask reemplaza donde la condición es verdadera; where, su espejo, conserva donde es verdadera y reemplaza el resto. Regla nemotécnica: mask es dónde tapar, where es dónde quedarse.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Revisar cada merge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el número de filas antes y después: un inner descarta las filas sin pareja; en la clase 1, 113.591 viajes quedaron en 111.393.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Contar los NaN de las columnas nuevas cuando se usa how="left": ahí quedan visibles las filas sin correspondencia (2.198 comunas).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Verificar que la llave sea única en la tabla de parámetros: si está repetida, el merge multiplica filas.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3035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Revisión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Con qué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Dimensiones y tipos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shape, info()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Faltantes por columna relevante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isna().sum(), count contra 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duplicated(): fila completa y llave única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Rangos válidos de cada variable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min, max, describe(), valores sospechosos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Merges verificados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filas antes y después, NaN nuevos, llaves únicas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 (media, mediana), dispersión (desviación, IQR) y forma (histograma, 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asimetría, la mediana acompaña o reemplaza a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duplicados, rangos válidos y merges verificados,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del proyecto debe ser específica y la hipótesis, verificable con variables medibles.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(martes 01-sep): EDA II, relaciones entre variables y correlación.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Leek, J. T. y Peng, R. D. (2015). What is the question? Science, 347(6228), 1314-1315.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Peng, R. D. y Matsui, E. (2015). The Art of Data Science. Versión en línea: bookdown.org/rdpeng/artofdatascience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Wild, C. J. y Pfannkuch, M. (1999). Statistical Thinking in Empirical Enquiry. International Statistical Review, 67(3), 223-248.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