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(tiempo * factor).sum() / factor.sum()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Residuos de modelos y detección de anomalías: en las próximas clases.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