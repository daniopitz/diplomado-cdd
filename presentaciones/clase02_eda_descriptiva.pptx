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Análisis exploratorio de datos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27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Tendencia central: media, mediana y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Dispersión y forma: desviación estándar, percentiles y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Calidad y limpieza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Formular la pregunta y la hipótesis del proyecto.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Rúbrica de la formulación del Capstone.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análisis exploratorio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es y por qué se hace primero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Examinar los datos antes de modelar: resumirlos, graficarlos y detectar sus problemas.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término viene de Tukey (1977): explorar es trabajo estadístico serio,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Hoy: una variable a la vez, más calidad de los datos. El martes: relaciones entre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lo que exige el entregable del 40%: el análisis exploratorio del proyecto.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Tendencia central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el centro de la variable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resúmenes del centro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Media: la suma dividida por el número de observaciones. En la EOD, la duración media de un viaje es 36,9 minutos.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Mediana: el valor que deja la mitad de los datos a cada lado. En la EOD, 30 minutos.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Moda: el valor más frecuente; útil también en variables cualitativas. En la EOD, 30 minutos.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Cuando media y mediana difieren, la distribución es asimétrica: la media queda arrastrada hacia la cola.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 contra mediana: el ingreso de los hogares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Ingresos de la muestra de la EOD: la mediana es $0,51 millones y la media $0,69 millones.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Rango: máximo menos mínimo; dominado por los extremos.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Desviación estándar: raíz de la varianza, en las unidades originales. En la EOD: 36,1 minutos, casi tan grande como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Percentiles: el valor bajo el cual queda un porcentaje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IQR = Q3 menos Q1: el tramo del 50% central. En la EOD, de 15 a 50 minutos.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modo: centros y dispersiones distintas en una sola figura. Es el gráfico estándar para comparar una variable cuantitativa entre categorías.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típico: un merge con llaves repetidas multiplica filas.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Revisar cada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el número de filas antes y después: un inner descarta las filas sin pareja; en la clase 1, 113.591 viajes quedaron en 111.393.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Contar los NaN de las columnas nuevas cuando se usa how="left": ahí quedan visibles las filas sin correspondencia (2.198 comunas).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Verificar que la llave sea única en la tabla de parámetros: si está repetida, el merge multiplica filas.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Dimensiones y tipos: shape, info().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Faltantes por columna relevante: isna().sum(), count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Duplicados: fila completa y llave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Rangos válidos de cada variable cuantitativa: min, max, valores sospechosos.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Merges verificados: filas, NaN nuevos, llaves únicas.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pregunta y la hipótesis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Formular el proyecto antes de analizarlo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Seis tipos de pregunta</a:t>
            </a:r>
          </a:p>
        </p:txBody>
      </p:sp>
      <p:pic>
        <p:nvPicPr>
          <p:cNvPr id="4" name="Picture 3" descr="06_tipos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21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módulo cubre los cuatro primeros tipos. El error más común de un análisis es responder un tipo de pregunta creyendo que se responde otro (Leek y Peng, 2015).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buena a una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interés real: una audiencia concreta usaría la respuesta (Peng y Matsui, 2015).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respondida ya: revisar qué existe antes de empezar.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Plausible: la respuesta esperada tiene un mecanismo creíble.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Respondible: los datos necesarios existen y son obtenibles.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Específica: nombra variables y población, no generalidades.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preguntas,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pregunta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que funciona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¿Cómo mejorar las ventas?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medir ni dónde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categorías de producto caen en invierno en las sucursales del sur?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¿Sirve la IA para mi empresa?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Sin variables ni población definidas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¿Cuántas horas de revisión manual ahorra clasificar los reclamos automáticamente?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¿Por qué renuncian los empleados?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Causal; los datos solo permiten explorar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características comparten quienes renunciaron durante 2025?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reparación típica: nombrar la variable, la población y el periodo, y bajar la ambición causal al tipo de pregunta que los datos permiten.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hipótesis,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hipótesis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verificable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marketing influye en las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marketing ni qué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Las semanas con campaña activa venden más que las semanas sin campaña, en la misma sucursal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datos mostrarán patrones interesantes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es falsable: cualquier cosa la confirma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aumentan en los meses de mayor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largos son culpa del transporte 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Atribuye causa donde solo hay asociación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en transporte público duran en promedio más que los viajes en 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hipótesis verificable nombra variables medibles y una comparación concreta; la tercera es la que contrastaremos con la EOD.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 PPDAC</a:t>
            </a:r>
          </a:p>
        </p:txBody>
      </p:sp>
      <p:pic>
        <p:nvPicPr>
          <p:cNvPr id="4" name="Picture 3" descr="07_pp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Problema, plan, datos, análisis y conclusión (Wild y Pfannkuch, 1999): la formulación del Capstone es la etapa de problema y plan de este ciclo.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pregunta a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una afirmación verificable, con variables medibles y una relación esperada.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¿la duración del viaje depende del modo de transporte?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los viajes en transporte público duran en promedio más que en auto.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Variables: ModoAgrupado y TiempoViaje; el contraste es una comparación de medias (clase 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Sin qué medir ni qué comparar, es una intuición, no una hipótesis.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formulación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hoy la rúbrica, con seis criterios: problema (20 pts), datos y metadatos (20), estrategia de obtención (15), novedad (15), viabilidad técnica (15) e impacto esperado (15).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Documento de 2 a 3 páginas, un envío por equipo (máximo 2 personas), por el aula virtual.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Entrega: lunes 7 de septiembre. Presentación breve de la idea: jueves 3, con retroalimentación y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Quienes no usen datos de su trabajo pueden partir de la lista de datos sugeridos del repositorio.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 (media, mediana), dispersión (desviación, IQR) y forma (histograma, 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asimetría, la mediana acompaña o reemplaza a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duplicados, rangos válidos y merges verificados,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del proyecto debe ser específica y la hipótesis, verificable con variables medibles.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(martes 01-sep): EDA II, relaciones entre variables y correlación.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Leek, J. T. y Peng, R. D. (2015). What is the question? Science, 347(6228), 1314-1315.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Peng, R. D. y Matsui, E. (2015). The Art of Data Science. Versión en línea: bookdown.org/rdpeng/artofdatascience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Wild, C. J. y Pfannkuch, M. (1999). Statistical Thinking in Empirical Enquiry. International Statistical Review, 67(3), 223-248.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