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150 flores de tres especies (setosa, versicolor, virginica), con cuatro medidas en centímetros (largo y ancho de pétalo y sépalo). Publicado por Fisher (1936); el clásico de la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 ya la conocen: 113.591 viajes, con faltantes, colas y códigos. Lo que iris enseña, la EOD lo pone a 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pic>
        <p:nvPicPr>
          <p:cNvPr id="4" name="Picture 3" descr="11_formulas_ce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86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122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