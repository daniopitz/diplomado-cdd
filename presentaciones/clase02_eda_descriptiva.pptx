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pueden retomar preguntas que otros ya estudiaron; lo que no se acepta es copiar la solución: el análisis debe ser propio y sobre sus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(1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¿Cómo mejorar las ventas?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(2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¿Sirve la IA para mi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(3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¿Por qué renuncian los empleados?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datos mostrarán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una afirmación verificable, con variables medibles y una relación esperada.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Variables: ModoAgrupado y TiempoViaje; el contraste es una comparación de medias (clase 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Sin qué medir ni qué comparar, es una intuición, no una hipótesis.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150 flores de tres especies (setosa, versicolor, virginica), con cuatro medidas en centímetros (largo y ancho de pétalo y sépalo). Publicado por Fisher (1936); el clásico de la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 ya la conocen: 113.591 viajes, con faltantes, colas y códigos. Lo que iris enseña, la EOD lo pone a prueba.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pd.Categorical.from_codes(iris.target, iris.target_names)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columna species queda como variable categórica de Pandas.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pic>
        <p:nvPicPr>
          <p:cNvPr id="4" name="Picture 3" descr="11_formulas_ce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86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122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Dimensiones y tipos: shape, info().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Faltantes por columna relevante: isna().sum(), count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Duplicados: fila completa y llave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Rangos válidos de cada variable cuantitativa: min, max, valores sospechosos.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Merges verificados: filas, NaN nuevos, llaves únicas.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