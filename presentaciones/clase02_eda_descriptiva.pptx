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2 · Análisis exploratorio de datos 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jueves 27 de agosto,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Qué es el análisis exploratorio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Tendencia central: media, mediana y moda.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Dispersión y forma: desviación estándar, percentiles y boxplot.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Calidad y limpieza de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Formular la pregunta y la hipótesis del proyecto.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Rúbrica de la formulación del Capstone.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El análisis exploratorio de datos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Qué es y por qué se hace primero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es el EDA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Examinar los datos antes de modelar: resumirlos, graficarlos y detectar sus problemas y patrones.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término y el enfoque vienen de Tukey (1977): el análisis exploratorio es trabajo estadístico serio, no un trámite previo.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Hoy, EDA I: describir una variable a la vez (univariado) y revisar la calidad de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martes, EDA II: relaciones entre variables (bivariado), correlación y visualización.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 exactamente lo que exige el primer entregable evaluado del módulo: el análisis exploratorio del proyecto (40%).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Tendencia central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Un número para el centro de la variable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resúmenes del centro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Media: la suma dividida por el número de observaciones. En la EOD, la duración media de un viaje es 36,9 minutos.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Mediana: el valor que deja la mitad de los datos a cada lado. En la EOD, 30 minutos.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Moda: el valor más frecuente; útil también en variables cualitativas. En la EOD, 30 minutos.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Cuando media y mediana difieren, la distribución es asimétrica: la media queda arrastrada hacia la cola.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Media contra mediana: el ingreso de los hogares</a:t>
            </a:r>
          </a:p>
        </p:txBody>
      </p:sp>
      <p:pic>
        <p:nvPicPr>
          <p:cNvPr id="4" name="Picture 3" descr="01_media_mediana_ingre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481" y="1143000"/>
            <a:ext cx="539503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Ingresos de la muestra de la EOD: la mediana es $0,51 millones y la media $0,69 millones. La cola de ingresos altos arrastra la media; por eso el ingreso se reporta con la mediana.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Dispersión y forma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Cuánto varían los datos alrededor del centro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Medir la dispersión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Rango: máximo menos mínimo; simple pero dominado por los extremos.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Varianza: el promedio de las desviaciones al cuadrado respecto de la media. Su raíz es la desviación estándar, en las unidades originales.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EOD, la duración tiene desviación estándar de 36,1 minutos, casi tan grande como su media: los viajes son muy heterogéneos.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Percentiles: el valor bajo el cual queda un porcentaje de los datos. El rango intercuartílico IQR = Q3 menos Q1 concentra el 50% central: en la EOD, de 15 a 50 minutos.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no basta</a:t>
            </a:r>
          </a:p>
        </p:txBody>
      </p:sp>
      <p:pic>
        <p:nvPicPr>
          <p:cNvPr id="4" name="Picture 3" descr="02_dispersion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2348" y="1143000"/>
            <a:ext cx="549930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Providencia y Talagante tienen la misma duración media de viaje (40,7 minutos), pero la desviación estándar de Talagante es el doble: dos realidades distintas detrás del mismo promedio.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boxplot</a:t>
            </a:r>
          </a:p>
        </p:txBody>
      </p:sp>
      <p:pic>
        <p:nvPicPr>
          <p:cNvPr id="4" name="Picture 3" descr="03_boxplot_anatom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0020" y="1143000"/>
            <a:ext cx="566395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Cinco números en un solo gráfico: mediana, cuartiles, bigotes y valores atípicos. La regla de los bigotes (1,5 veces el IQR) es una convención para marcar valores inusuales, no un veredicto.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Boxplots para comparar grupos</a:t>
            </a:r>
          </a:p>
        </p:txBody>
      </p:sp>
      <p:pic>
        <p:nvPicPr>
          <p:cNvPr id="4" name="Picture 3" descr="04_boxplot_mo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991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duración del viaje según el modo: centros y dispersiones distintas en una sola figura. Es el gráfico estándar para comparar una variable cuantitativa entre categorías.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Calidad y limpieza de datos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Los resúmenes valen lo que valen los datos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faltantes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detectan con isna().sum() por columna, o comparando el count de describe() con el largo de la tabla.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EOD, TiempoViaje tiene 278 faltantes entre 113.591 viajes.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NaN no siempre es un error: en los factores de expansión significa "no aplica" (cada persona respondió por un solo tipo de día).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Opciones: eliminar las filas, imputar un valor, o dejarlos y que cada cálculo los excluya. Cualquiera sirve; lo obligatorio es decidirlo explícitamente y documentarlo.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Duplicados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duplicated() marca filas repetidas; drop_duplicates() las elimina.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Conviene revisar dos niveles: la fila completa y la llave que debería ser única (por ejemplo, el identificador del viaje).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 ambas revisiones dan cero. Un chequeo que da cero también es un hallazgo: queda descartada una fuente de error.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Los duplicados aparecen sobre todo al combinar tablas: un merge con llaves repetidas multiplica filas.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sospechosos</a:t>
            </a:r>
          </a:p>
        </p:txBody>
      </p:sp>
      <p:pic>
        <p:nvPicPr>
          <p:cNvPr id="4" name="Picture 3" descr="05_cola_imposi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8218" y="1143000"/>
            <a:ext cx="584756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116 viajes declaran más de 5 horas y el máximo es de 22 horas. ¿Error de registro o viaje real? La respuesta exige criterio del dominio; la decisión (mantener, corregir o excluir) se toma en el código y se documenta.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Tapar valores con mask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187452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# donde la condición se cumple, reemplaza (aquí, por NaN)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viajes["TiempoViaje"] = viajes["TiempoViaje"].mask(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    viajes["TiempoViaje"] &gt; 300)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383279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mask reemplaza donde la condición es verdadera; where, su espejo, conserva donde es verdadera y reemplaza el resto. Regla nemotécnica: mask es dónde tapar, where es dónde quedarse.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Revisar cada merge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Comparar el número de filas antes y después: un inner descarta las filas sin pareja; en la clase 1, 113.591 viajes quedaron en 111.393.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Contar los NaN de las columnas nuevas cuando se usa how="left": ahí quedan visibles las filas sin correspondencia (2.198 comunas).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Verificar que la llave sea única en la tabla de parámetros: si está repetida, el merge multiplica filas.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 calidad antes de analizar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Dimensiones y tipos: shape, info().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Faltantes por columna relevante: isna().sum(), count contra len.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Duplicados: fila completa y llave única.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Rangos válidos de cada variable cuantitativa: min, max, valores sospechosos.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Merges verificados: filas, NaN nuevos, llaves únicas.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Cada decisión de limpieza queda escrita en el código, con su justificación.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La pregunta y la hipótesis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Formular el proyecto antes de analizarlo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Seis tipos de pregunta</a:t>
            </a:r>
          </a:p>
        </p:txBody>
      </p:sp>
      <p:pic>
        <p:nvPicPr>
          <p:cNvPr id="4" name="Picture 3" descr="06_tipos_pregunt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312129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módulo cubre los cuatro primeros tipos. El error más común de un análisis es responder un tipo de pregunta creyendo que se responde otro (Leek y Peng, 2015).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hace buena a una pregunta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 interés real para alguien: una audiencia concreta que usaría la respuesta (Peng y Matsui, 2015).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No respondida ya: revisar qué existe antes de empezar.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Plausible: la respuesta esperada tiene un mecanismo creíble.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Respondible: los datos necesarios existen y son obtenibles.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Específica: nombra variables y población, no generalidades.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Contraste: "¿cómo mejorar las ventas?" no cumple; "¿qué categorías de producto caen en invierno en las sucursales del sur?" sí.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ciclo PPDAC</a:t>
            </a:r>
          </a:p>
        </p:txBody>
      </p:sp>
      <p:pic>
        <p:nvPicPr>
          <p:cNvPr id="4" name="Picture 3" descr="07_ppda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774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Problema, plan, datos, análisis y conclusión (Wild y Pfannkuch, 1999): la formulación del Capstone es la etapa de problema y plan de este ciclo.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 la pregunta a la hipótesis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Una hipótesis es una afirmación verificable: nombra variables medibles y la relación esperada entre ellas.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Pregunta: ¿la duración del viaje depende del modo de transporte?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Hipótesis: los viajes en transporte público duran en promedio más que los viajes en auto.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Variables: ModoAgrupado (cualitativa) y TiempoViaje (continua); el contraste es una comparación de medias, que la clase 5 formaliza.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Si la hipótesis no dice qué medir ni qué comparar, todavía es una intuición, no una hipótesis.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formulación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 publica hoy la rúbrica, con seis criterios: problema (20 pts), datos y metadatos (20), estrategia de obtención (15), novedad (15), viabilidad técnica (15) e impacto esperado (15).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Documento de 2 a 3 páginas, un envío por equipo (máximo 2 personas), por el aula virtual.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Entrega: lunes 7 de septiembre. Presentación breve de la idea: jueves 3, con retroalimentación y sin nota.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Quienes no usen datos de su trabajo pueden partir de la lista de datos sugeridos del repositorio.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Describir una variable exige tres miradas: centro (media, mediana), dispersión (desviación, IQR) y forma (histograma, boxplot).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asimetría, la mediana acompaña o reemplaza a la media.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limpieza es parte del análisis: faltantes, duplicados, rangos válidos y merges verificados, con decisiones documentadas.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pregunta del proyecto debe ser específica y la hipótesis, verificable con variables medibles.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Próxima clase (martes 01-sep): EDA II, relaciones entre variables y correlación.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Leek, J. T. y Peng, R. D. (2015). What is the question? Science, 347(6228), 1314-1315.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Peng, R. D. y Matsui, E. (2015). The Art of Data Science. Versión en línea: bookdown.org/rdpeng/artofdatascience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Wild, C. J. y Pfannkuch, M. (1999). Statistical Thinking in Empirical Enquiry. International Statistical Review, 67(3), 223-248.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Anaconda (2020). 2020 State of Data Science. Reporte de encuesta (n=2.360). anaconda.com/resources/whitepaper/state-of-data-science-2020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