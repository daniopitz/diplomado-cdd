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6" y="1143000"/>
            <a:ext cx="694412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puntaje ponderado, como el de la admisión universitaria: cada variable entra con un peso y sale un número por jugador. Los pesos son la dirección de la diagonal: un paso de 1 sobre ella avanza 0,707 en turnos y 0,707 en hits. Por eso no los fija nadie: los fija la dirección en que los puntos más se dispersan.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los pesos: con dos variables</a:t>
            </a:r>
          </a:p>
        </p:txBody>
      </p:sp>
      <p:pic>
        <p:nvPicPr>
          <p:cNvPr id="4" name="Picture 3" descr="c8_04a_triang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314447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63087" y="1325880"/>
            <a:ext cx="4960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flecha azul es un paso de largo 1 sobre el eje nuevo: su punta queda a distancia 1 del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ese paso, turnos avanza 0,707 y hits avanza 0,707: los dos catetos del triángulo (0,707² + 0,707² = 1²).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Esos dos números son los pesos de la primera componente: cuánto avanza cada variable en un paso de 1 sobre el eje.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variables: los 16 pesos del 1.º eje</a:t>
            </a:r>
          </a:p>
        </p:txBody>
      </p:sp>
      <p:pic>
        <p:nvPicPr>
          <p:cNvPr id="4" name="Picture 3" descr="c8_04b_16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211" y="1143000"/>
            <a:ext cx="452957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mismo en 16 dimensiones, donde ya no se puede dibujar: un paso de 1 sobre el primer eje avanza 0,33 en turnos_carrera, 0,33 en hits_carrera, 0,20 en turnos de 1986, 0,08 en outs de defensa y casi nada en errores. Son dieciséis catetos cuyos cuadrados suman 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64" y="1143000"/>
            <a:ext cx="627647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1.ª componente: la carrera pesa 0,29 a 0,34, la temporada 1986 la mitad (0,19 a 0,23) y la defensa nada: cuánta carrera lleva el jugador. 2.ª: la temporada positiva (0,24 a 0,39) y la carrera negativa (−0,12 a −0,26): quien rindió este año más de lo que dice su carrera.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salario con pocas componentes</a:t>
            </a:r>
          </a:p>
        </p:txBody>
      </p:sp>
      <p:pic>
        <p:nvPicPr>
          <p:cNvPr id="4" name="Picture 3" descr="c8_09_p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56769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6330" y="1325880"/>
            <a:ext cx="470762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 el reparto de la clase 7 (131 y 132 jugadores), el salario se predice con las primeras k componentes. Con 1, 2 o 3, el error de prueba es 321.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Mínimos cuadrados con las mismas 16 variables da 347 y con las 19, 342; Lasso 325 y Ridge 316.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números por jugador predicen casi tan bien como el mejor modelo de la clase 7 (en 20 repartos le gana a mínimos cuadrados en 17): es la regresión sobre componentes principales (James et al., 2013, sección 6.3.1).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usar; sección 6.3.1, regresión sobre componentes principales.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