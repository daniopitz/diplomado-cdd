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Qué 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análisis de componentes principales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una componente principal?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método que encuentra una representación de los datos con pocas dimensiones y que conserva la mayor parte posible de su variación (James et al., 2013, p. 375).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componente es la dirección en que los datos más varían. La segunda, la que más varía entre las perpendiculares a la primera, y así hasta tener tantas componentes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componente es una variable nueva: un puntaje ponderado de las variables originales, con un peso para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usa ninguna variable de respuesta: es un método no supervisado (James et al., 2013, p. 375).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dirección en que los datos más varían</a:t>
            </a:r>
          </a:p>
        </p:txBody>
      </p:sp>
      <p:pic>
        <p:nvPicPr>
          <p:cNvPr id="4" name="Picture 3" descr="c8_01_d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292" y="1143000"/>
            <a:ext cx="4579414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jugadores, con las dos variables estandarizadas, y cuatro direcciones que pasan por el centro. Para cada una se mide cuánto se dispersan las posiciones de los puntos a lo largo de ella: 1,00 en la horizontal y en la vertical, 1,41 en la diagonal y 0,07 en su perpendicular. La diagonal gana: es la primera componente y recoge el 99,8% de la variación; su perpendicular es la segunda, con el 0,2%.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851" y="1143000"/>
            <a:ext cx="7686296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el puntaje ponderado de la admisión universitaria: cada variable entra con un peso y sale un número por jugador, que es su valor en la componente. La diferencia es que aquí los pesos no los fija nadie: se calculan para que ese número separe a los jugadores lo más posible, con la condición de que los pesos al cuadrado sumen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 (regresión sobre componentes principales).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construye,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Se estandariza cada variable: se le resta su media y se divide por su desviación estándar (el puntaje z de la clase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jugador es un punto y el centro de la nube queda en el origen.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busca la recta por el centro a lo largo de la cual los puntos están más dispersos (la diagonal roja de la figura): es la primera componente. El valor de cada jugador es su posición sobre esa 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perpendicular es la segunda componente; con más variables se sigue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variación total se reparte entre ellas: el porcentaje de cada una dice cuánto se conserva al quedarse con las primeras.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El libro recomienda estandarizar,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Cuánta variación explica cada componente</a:t>
            </a:r>
          </a:p>
        </p:txBody>
      </p:sp>
      <p:pic>
        <p:nvPicPr>
          <p:cNvPr id="4" name="Picture 3" descr="c8_03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301" y="1143000"/>
            <a:ext cx="446939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primera componente explica el 45,3% de la variación de las 16 variables; la segunda, el 25,7%; la tercera, el 10,8%. Dos componentes reúnen el 71% y tres, el 82%. Para decidir cuántas conservar, el libro sugiere mirar dónde la curva deja de caer (el codo) y advierte que no hay una regla objetiva: depende del uso (James et al., 2013, p. 384).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