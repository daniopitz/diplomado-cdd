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936" y="1143000"/>
            <a:ext cx="694412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puntaje ponderado, como el de la admisión universitaria: cada variable entra con un peso y sale un número por jugador. Los pesos son la dirección de la diagonal: un paso de 1 sobre ella avanza 0,707 en turnos y 0,707 en hits. Por eso no los fija nadie: los fija la dirección en que los puntos más se dispersan.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70" y="1143000"/>
            <a:ext cx="606345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Quedarse con la posición sobre la diagonal conserva el 99,8% de la variación de los datos y pierde el 0,2%. Sale de las varianzas: las dos variables estandarizadas tienen 1 y 1 (total 2); las dos coordenadas nuevas reparten esa misma variación, 1,995 y 0,005; 1,995 / 2 = 99,8% y 0,005 / 2 = 0,2%. Con 16 variables, la variación total es 16 y cada componente se lleva una parte.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tres variables: tres ejes, y se decide cuántos conservar</a:t>
            </a:r>
          </a:p>
        </p:txBody>
      </p:sp>
      <p:pic>
        <p:nvPicPr>
          <p:cNvPr id="4" name="Picture 3" descr="c8_01e_tre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91" y="1143000"/>
            <a:ext cx="5330816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Siempre salen tantos ejes como variables. Aquí se agrega una tercera que no tiene que ver con las otras dos, los outs de defensa: el primer eje junta turnos y hits (66,7%), el segundo es la defensa (33,1%) y el tercero, la diferencia entre turnos y hits, casi nada (0,2%). Con dos ejes se conserva el 99,8% y el tercero se descarta. Si las tres variables dijeran cosas distintas, harían falta los tres.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explica cada componente: el codo</a:t>
            </a:r>
          </a:p>
        </p:txBody>
      </p:sp>
      <p:pic>
        <p:nvPicPr>
          <p:cNvPr id="4" name="Picture 3" descr="c8_03a_c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158" y="1143000"/>
            <a:ext cx="499168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barras caen fuerte al principio (45,3%, 25,7%, 10,8%) y desde la cuarta quedan casi planas (5,4%, 4,4%, 3,2%...). Ese quiebre es el codo. Se conservan las componentes de antes del codo, que son las que explican mucho cada una: aquí, dos o tres.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¿Con cuántas quedarse?</a:t>
            </a:r>
          </a:p>
        </p:txBody>
      </p:sp>
      <p:pic>
        <p:nvPicPr>
          <p:cNvPr id="4" name="Picture 3" descr="c8_03b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60" y="1143000"/>
            <a:ext cx="467647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acumulado dice cuánto se conserva con cada cantidad: con dos componentes, el 71%; con tres, el 82%; con cinco, el 92%; con diez, el 99%. Conservar diez de dieciséis casi no reduce nada: el codo sugiere dos o tres. No hay una regla objetiva: depende de cuánta variación se acepte perder y para qué se usen las componentes (James et al., 2013, p. 384).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los pesos: con dos variables</a:t>
            </a:r>
          </a:p>
        </p:txBody>
      </p:sp>
      <p:pic>
        <p:nvPicPr>
          <p:cNvPr id="4" name="Picture 3" descr="c8_04a_triang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314447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63087" y="1325880"/>
            <a:ext cx="496087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flecha azul es un paso de largo 1 sobre el eje nuevo: su punta queda a distancia 1 del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ese paso, turnos avanza 0,707 y hits avanza 0,707: los dos catetos del triángulo (0,707² + 0,707² = 1²).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Esos dos números son los pesos de la primera componente: cuánto avanza cada variable en un paso de 1 sobre el eje.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variables: los 16 pesos del 1.º eje</a:t>
            </a:r>
          </a:p>
        </p:txBody>
      </p:sp>
      <p:pic>
        <p:nvPicPr>
          <p:cNvPr id="4" name="Picture 3" descr="c8_04b_16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211" y="1143000"/>
            <a:ext cx="452957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mismo en 16 dimensiones, donde ya no se puede dibujar: un paso de 1 sobre el primer eje avanza 0,33 en turnos_carrera, 0,33 en hits_carrera, 0,20 en turnos de 1986, 0,08 en outs de defensa y casi nada en errores. Son dieciséis catetos cuyos cuadrados suman 1.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764" y="1143000"/>
            <a:ext cx="627647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1.ª componente: la carrera pesa 0,29 a 0,34, la temporada 1986 la mitad (0,19 a 0,23) y la defensa nada: cuánta carrera lleva el jugador. 2.ª: la temporada positiva (0,24 a 0,39) y la carrera negativa (−0,12 a −0,26): quien rindió este año más de lo que dice su carrera.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salario con pocas componentes</a:t>
            </a:r>
          </a:p>
        </p:txBody>
      </p:sp>
      <p:pic>
        <p:nvPicPr>
          <p:cNvPr id="4" name="Picture 3" descr="c8_09_p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567691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6330" y="1325880"/>
            <a:ext cx="470762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 el reparto de la clase 7 (131 y 132 jugadores), el salario se predice con las primeras k componentes. Con 1, 2 o 3, el error de prueba es 321.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Mínimos cuadrados con las mismas 16 variables da 347 y con las 19, 342; Lasso 325 y Ridge 316.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números por jugador predicen casi tan bien como el mejor modelo de la clase 7 (en 20 repartos le gana a mínimos cuadrados en 17): es la regresión sobre componentes principales (James et al., 2013, sección 6.3.1).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usar; sección 6.3.1, regresión sobre componentes principales.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Anexo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se calcula la componente de un jugador, paso a paso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Anexo 1. El jugador y su posición en el eje</a:t>
            </a:r>
          </a:p>
        </p:txBody>
      </p:sp>
      <p:pic>
        <p:nvPicPr>
          <p:cNvPr id="4" name="Picture 3" descr="c8_anexo_1_pos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756280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04920" y="1325880"/>
            <a:ext cx="451903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jugador con 5.409 turnos y 1.338 hits en la carrera: estandarizado, queda en (1,21; 0,95).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Del punto se baja la perpendicular al eje nuevo y se lee la regla: 1,53.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su primera componente. Lo que sigue muestra de dónde sale el 1,53 sin mirar el dibujo.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Anexo 2. Del centro al jugador en dos tramos</a:t>
            </a:r>
          </a:p>
        </p:txBody>
      </p:sp>
      <p:pic>
        <p:nvPicPr>
          <p:cNvPr id="4" name="Picture 3" descr="c8_anexo_2_tram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756280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04920" y="1325880"/>
            <a:ext cx="451903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Para llegar al jugador se camina primero 1,21 por turnos y después 0,95 por hits.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dos tramos son sus dos coordenadas estandarizadas.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Anexo 3. Cada tramo proyecta su sombra</a:t>
            </a:r>
          </a:p>
        </p:txBody>
      </p:sp>
      <p:pic>
        <p:nvPicPr>
          <p:cNvPr id="4" name="Picture 3" descr="c8_anexo_3_somb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756280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04920" y="1325880"/>
            <a:ext cx="451903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Sombra del tramo 1 sobre el eje: 1,21 × 0,707 = 0,85.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Sombra del tramo 2: 0,95 × 0,707 = 0,67.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Las sombras se ponen una a continuación de la otra y suman 0,85 + 0,67 = 1,53: el mismo número del anexo 1.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Anexo 4. Por qué se multiplica por 0,707</a:t>
            </a:r>
          </a:p>
        </p:txBody>
      </p:sp>
      <p:pic>
        <p:nvPicPr>
          <p:cNvPr id="4" name="Picture 3" descr="c8_anexo_4_por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812608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61248" y="1325880"/>
            <a:ext cx="4462711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eje va a 45°. Un tramo de largo 1 en turnos proyecta sobre él una sombra de cos 45° = 0,707; un tramo de 1,21 proyecta 1,21 veces eso.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hits pasa lo mismo, porque el eje también está a 45° de ese lado.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eje se inclinara más hacia turnos, el peso de turnos sería mayor que el de hits: los pesos son los cosenos de esos dos ángulos.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Anexo 5. La cuenta completa, sin dibujo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componente = 0,707 × z(turnos) + 0,707 × z(hits) = 0,707 × 1,21 + 0,707 × 0,95 = 0,85 + 0,67 = 1,53.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fórmula del puntaje ponderado: cada peso dice cuánto vale, hacia el eje nuevo, cada unidad de esa variable; se multiplica por las unidades que el jugador tiene y se suman los aportes.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16 variables el camino tiene 16 tramos y la suma, 16 términos: ya no hay dibujo donde leer la regla, y la cuenta es la forma de leerla.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scikit-learn, pca.components_ son los pesos y pca.transform(Z) hace esta cuenta para cada jugador.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