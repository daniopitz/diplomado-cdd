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casi iguales: una sola dirección</a:t>
            </a:r>
          </a:p>
        </p:txBody>
      </p:sp>
      <p:pic>
        <p:nvPicPr>
          <p:cNvPr id="4" name="Picture 3" descr="c8_01_d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468" y="1143000"/>
            <a:ext cx="2971062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y hits de la carrera estandarizados. Los puntos se ordenan a lo largo de la flecha roja: la posición en esa dirección recoge el 99,8% de la variación, y la flecha azul, perpendicular, el 0,2% restante. Una variable nueva, la posición a lo largo de la flecha roja, reemplaza a las dos casi sin perder información.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Qué 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análisis de componentes principales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una componente principal?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método que encuentra una representación de los datos con pocas dimensiones y que conserva la mayor parte posible de su variación (James et al., 2013, p. 375).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componente principal es una variable nueva: una suma ponderada de las variables originales, con un peso para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componente es la dirección en que los datos más varían. La segunda, la que más varía entre las perpendiculares a la primera, y así hasta tener tantas componentes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usa ninguna variable de respuesta: es un método no supervisado (James et al., 2013, p. 375).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 (regresión sobre componentes principales).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calcular: estandarizar cada variable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El libro recomienda estandarizar,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Cuánta variación explica cada componente</a:t>
            </a:r>
          </a:p>
        </p:txBody>
      </p:sp>
      <p:pic>
        <p:nvPicPr>
          <p:cNvPr id="4" name="Picture 3" descr="c8_03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301" y="1143000"/>
            <a:ext cx="446939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primera componente explica el 45,3% de la variación de las 16 variables; la segunda, el 25,7%; la tercera, el 10,8%. Dos componentes reúnen el 71% y tres, el 82%. Para decidir cuántas conservar, el libro sugiere mirar dónde la curva deja de caer (el codo) y advierte que no hay una regla objetiva: depende del uso (James et al., 2013, p. 384).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