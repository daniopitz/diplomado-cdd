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que dicen casi lo mismo</a:t>
            </a:r>
          </a:p>
        </p:txBody>
      </p:sp>
      <p:pic>
        <p:nvPicPr>
          <p:cNvPr id="4" name="Picture 3" descr="c8_00_dos_variables_cru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572000" cy="3178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15000" y="1600200"/>
            <a:ext cx="3063240" cy="1920240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¿Cuánto se pierde si las dos variables se reemplazan por una sola?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431123"/>
            <a:ext cx="77449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al bate y sus hits acumulados en la carrera. Correlación 0,995: los puntos siguen una diagonal y saber una variable es saber casi la otra.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La idea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Reemplazar dos variables por una sola; después, 16 por pocas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Primero: estandarizar las dos variables</a:t>
            </a:r>
          </a:p>
        </p:txBody>
      </p:sp>
      <p:pic>
        <p:nvPicPr>
          <p:cNvPr id="4" name="Picture 3" descr="c8_00b_estandariz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cada variable se le resta su media y se divide por su desviación estándar (el puntaje z de la clase 2). Las dos quedan con media 0 y desviación 1, y el centro de la nube en el origen.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puntos siguen una recta: la diagonal</a:t>
            </a:r>
          </a:p>
        </p:txBody>
      </p:sp>
      <p:pic>
        <p:nvPicPr>
          <p:cNvPr id="4" name="Picture 3" descr="c8_00c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pasa por el centro y sigue la nube de puntos. Es la dirección en que los jugadores se diferencian: hacia arriba y a la derecha, más carrera.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Cada jugador queda en un solo número</a:t>
            </a:r>
          </a:p>
        </p:txBody>
      </p:sp>
      <p:pic>
        <p:nvPicPr>
          <p:cNvPr id="4" name="Picture 3" descr="c8_01a_proy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diagonal es una regla: el 0 en el centro de la nube, en las unidades de los ejes, positivo hacia arriba y a la derecha.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 cada jugador se le marca el punto de la regla más cercano y se lee el número: A cae en −1,60, B en −0,48 y C en 2,01.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Ese número es la variable nueva: reemplaza a los dos valores de cada jugador, sus turnos y sus hits.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 un cambio de ejes: las dos componentes</a:t>
            </a:r>
          </a:p>
        </p:txBody>
      </p:sp>
      <p:pic>
        <p:nvPicPr>
          <p:cNvPr id="4" name="Picture 3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4032615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81254" y="1325880"/>
            <a:ext cx="424270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cambio de sistema de referencia: en vez de turnos y hits, dos ejes nuevos girados 45°, la diagonal y su perpendicular, con el mismo centro.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jugador tiene dos coordenadas nuevas. A pasa de (−1,16; −1,11) a (−1,60; 0,03); C, de (1,51; 1,33) a (2,01; −0,13).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segunda coordenada es casi 0 para todos: es lo que se descarta al quedarse con un solo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primer eje se llama primera componente principal; el segundo, segunda.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la práctica: un puntaje ponderado por jugador</a:t>
            </a:r>
          </a:p>
        </p:txBody>
      </p:sp>
      <p:pic>
        <p:nvPicPr>
          <p:cNvPr id="4" name="Picture 3" descr="c8_01b_puntaje_pond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936" y="1143000"/>
            <a:ext cx="6944127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puntaje ponderado, como el de la admisión universitaria: cada variable entra con un peso y sale un número por jugador. Los pesos son la dirección de la diagonal: un paso de 1 sobre ella avanza 0,707 en turnos y 0,707 en hits. Por eso no los fija nadie: los fija la dirección en que los puntos más se dispersan.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se conserva y cuánto se pierde</a:t>
            </a:r>
          </a:p>
        </p:txBody>
      </p:sp>
      <p:pic>
        <p:nvPicPr>
          <p:cNvPr id="4" name="Picture 3" descr="c8_01d_calculo_p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270" y="1143000"/>
            <a:ext cx="606345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Quedarse con la posición sobre la diagonal conserva el 99,8% de la variación de los datos y pierde el 0,2%. Sale de las varianzas: las dos variables estandarizadas tienen 1 y 1 (total 2); las dos coordenadas nuevas reparten esa misma variación, 1,995 y 0,005; 1,995 / 2 = 99,8% y 0,005 / 2 = 0,2%. Con 16 variables, la variación total es 16 y cada componente se lleva una parte.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de componentes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Busca la dirección en que los datos más se dispersan (la primera componente), luego la que más se dispersa entre las perpendiculares (la segunda), y así hasta tener tantas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componente es una variable nueva: un puntaje ponderado de las originales, con una parte de la variación total.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usa ninguna respuesta Y: es un método no supervisado (James et al., 2013, p. 375).</a:t>
            </a:r>
          </a:p>
        </p:txBody>
      </p:sp>
      <p:pic>
        <p:nvPicPr>
          <p:cNvPr id="5" name="Picture 4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7010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tres variables: tres ejes, y se decide cuántos conservar</a:t>
            </a:r>
          </a:p>
        </p:txBody>
      </p:sp>
      <p:pic>
        <p:nvPicPr>
          <p:cNvPr id="4" name="Picture 3" descr="c8_01e_tre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591" y="1143000"/>
            <a:ext cx="5330816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Siempre salen tantos ejes como variables. Aquí se agrega una tercera que no tiene que ver con las otras dos, los outs de defensa: el primer eje junta turnos y hits (66,7%), el segundo es la defensa (33,1%) y el tercero, la diferencia entre turnos y hits, casi nada (0,2%). Con dos ejes se conserva el 99,8% y el tercero se descarta. Si las tres variables dijeran cosas distintas, harían falta los tres.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variables, los mismos pasos</a:t>
            </a:r>
          </a:p>
        </p:txBody>
      </p:sp>
      <p:pic>
        <p:nvPicPr>
          <p:cNvPr id="4" name="Picture 3" descr="c8_08_p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31946"/>
            <a:ext cx="7744968" cy="20658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3499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16 variables la nube no se puede dibujar, pero el cálculo es el mismo: cada jugador es un punto con 16 coordenadas, se busca la dirección de mayor dispersión, luego la perpendicular que más se dispersa, y así hasta tener 16 componentes, ordenadas de la que más variación conserva a la que menos.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se estandariza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Se estandariza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explica cada componente: el codo</a:t>
            </a:r>
          </a:p>
        </p:txBody>
      </p:sp>
      <p:pic>
        <p:nvPicPr>
          <p:cNvPr id="4" name="Picture 3" descr="c8_03a_c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158" y="1143000"/>
            <a:ext cx="4991682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barras caen fuerte al principio (45,3%, 25,7%, 10,8%) y desde la cuarta quedan casi planas (5,4%, 4,4%, 3,2%...). Ese quiebre es el codo. Se conservan las componentes de antes del codo, que son las que explican mucho cada una: aquí, dos o tres.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¿Con cuántas quedarse?</a:t>
            </a:r>
          </a:p>
        </p:txBody>
      </p:sp>
      <p:pic>
        <p:nvPicPr>
          <p:cNvPr id="4" name="Picture 3" descr="c8_03b_acumul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760" y="1143000"/>
            <a:ext cx="467647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acumulado dice cuánto se conserva con cada cantidad: con dos componentes, el 71%; con tres, el 82%; con cinco, el 92%; con diez, el 99%. Conservar diez de dieciséis casi no reduce nada: el codo sugiere dos o tres. No hay una regla objetiva: depende de cuánta variación se acepte perder y para qué se usen las componentes (James et al., 2013, p. 384).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salen los pesos</a:t>
            </a:r>
          </a:p>
        </p:txBody>
      </p:sp>
      <p:pic>
        <p:nvPicPr>
          <p:cNvPr id="4" name="Picture 3" descr="c8_04a_dir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192"/>
            <a:ext cx="7744968" cy="30794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97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pesos de una componente son la dirección de su eje: cuánto avanza cada variable en un paso de 1 sobre él. Con dos variables, 0,707 y 0,707; con dieciséis, dieciséis pesos cuyos cuadrados suman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764" y="1143000"/>
            <a:ext cx="627647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1.ª componente: la carrera pesa 0,29 a 0,34, la temporada 1986 la mitad (0,19 a 0,23) y la defensa nada: cuánta carrera lleva el jugador. 2.ª: la temporada positiva (0,24 a 0,39) y la carrera negativa (−0,12 a −0,26): quien rindió este año más de lo que dice su carrera.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salario con pocas componentes</a:t>
            </a:r>
          </a:p>
        </p:txBody>
      </p:sp>
      <p:pic>
        <p:nvPicPr>
          <p:cNvPr id="4" name="Picture 3" descr="c8_09_p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567691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6330" y="1325880"/>
            <a:ext cx="470762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 el reparto de la clase 7 (131 y 132 jugadores), el salario se predice con las primeras k componentes. Con 1, 2 o 3, el error de prueba es 321.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Mínimos cuadrados con las mismas 16 variables da 347 y con las 19, 342; Lasso 325 y Ridge 316.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números por jugador predicen casi tan bien como el mejor modelo de la clase 7 (en 20 repartos le gana a mínimos cuadrados en 17): es la regresión sobre componentes principales (James et al., 2013, sección 6.3.1).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sigue en el diplomado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Módulo 2, Visualización e Inteligencia de Negocios: visualización efectiva, narrativas con datos y métricas de negocio.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Módulo 3, Machine Learning para la Toma de Decisiones: aprendizaje supervisado y no supervisado (clustering y PCA en profundidad), evaluación de modelos, redes neuronales y explicabilidad.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Capstone continúa en esos módulos: el primer modelo de hoy es el punto de partida.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se lleva de aquí: leer un resultado con su incertidumbre, juzgar un modelo en datos que no vio, y distinguir describir de encontrar una relación.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usar; sección 6.3.1, regresión sobre componentes principales.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