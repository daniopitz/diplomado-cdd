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1139"/>
            <a:ext cx="7744968" cy="260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5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posición sobre la diagonal se calcula como un puntaje ponderado, igual que el de la admisión universitaria: cada variable entra con un peso y sale un número por jugador. Aquí los pesos no los fija nadie: se calculan para que ese número separe a los jugadores lo más 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