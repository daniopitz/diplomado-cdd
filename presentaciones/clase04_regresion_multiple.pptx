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numéricas del hogar no ayudan (ingreso r = −0,03, vehículos −0,09). El modo, que la matriz no ve, sí: Bip! 62 min contra 15 de caminata. Pero Bip! también va más lejos: hay que comparar a igual distancia.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