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Cierre del EDA y regresión múltiple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3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en el segundo bloque: presentación de la idea de cada equipo, de 5 a 7 minutos,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se entrega el lunes 7; el primer análisis exploratorio, el lunes 15.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enunciado y la rúbrica del primer análisis exploratorio ya están publicados en el repositorio.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impacto de sacar filas y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regresión ponderada (WLS).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Visualización: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múltiple: varias variables a la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Presentaciones de las ideas de proyecto Capstone (segundo bloque).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mayor ingreso viajan menos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inicial (clase 3): explicar la duración media del viaje por comuna con el ingreso medio del hogar, 45 comunas ponderadas. Recta: 38,3 − 4,8 · ingreso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Lo pendiente de la clase 3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Del impacto de una fila a la regresión ponderada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pic>
        <p:nvPicPr>
          <p:cNvPr id="4" name="Picture 3" descr="c4_06_impacto_f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3768" y="1143000"/>
            <a:ext cx="643646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Medirlo es recalcular con y sin: r casi no se mueve (−0,34), pero la pendiente cambia en un quinto, de −4,8 a −5,8 minutos por millón. Cada resumen tiene su propia sensibilidad.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fórmulas,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115"/>
            <a:ext cx="7744968" cy="27564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es la que usa el modelo que sigue, y en statsmodels se llama WLS (weighted least squares).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del hogar con el ingreso: 18.264 hogares, ponderados por su factor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modelo: la motorización del hogar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h["IngresoHogar"] / 1e6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y, w = h["NumVeh"], h["Factor"]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fórmula de la pendiente ponderada, tal cual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b = (w*(x - xw)*(y - yw)).sum() / (w*(x - xw)**2).sum()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18.264 hogares reales, ponderados por su factor: vehículos = 0,20 + 0,50 · ingreso. Medio vehículo más por cada millón.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atípicos de la variable a predecir</a:t>
            </a:r>
          </a:p>
        </p:txBody>
      </p:sp>
      <p:pic>
        <p:nvPicPr>
          <p:cNvPr id="4" name="Picture 3" descr="c3_27_boxplot_numve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92260"/>
            <a:ext cx="7744968" cy="24561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boxplot de NumVeh (clase 2): la cerca de Tukey queda en 2,5, y los hogares de 3 autos o más son atípicos. La siguiente diapo mide qué pasa al sacarlos.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Sacar atípicos de la variable a predecir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q1, q3 = h["NumVeh"].quantile([0.25, 0.75])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sin_atipicos = h[h["NumVeh"] &lt;= q3 + 1.5 * (q3 - q1)]  # = 2.5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mismo modelo, sin los hogares de 3 autos o más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np.polyfit(sin_atipicos["IngresoHogar"] / 1e6, sin_atipicos["NumVeh"], 1)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Sacar 236 hogares aplana la pendiente ponderada (0,50 a 0,44): no eran errores, eran la señal. Los atípicos de y se investigan; se eliminan solo por dominio.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Visualización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Muchos puntos y colas largas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5618"/>
            <a:ext cx="7744968" cy="23494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la tabla DistanciaViaje.csv; sus −1 son faltantes disfrazados).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7136"/>
            <a:ext cx="7744968" cy="2986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Y transformar con log es feature engineering clásico: vuelve lineales las relaciones multiplicativas.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60639"/>
            <a:ext cx="7744968" cy="21194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transformación aplicada a duración ~ distancia: el log en ambos lados endereza la nube y el R² sube de 0,32 a 0,53. Y el modelo todavía pide más variables.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gráfico, dos veces</a:t>
            </a:r>
          </a:p>
        </p:txBody>
      </p:sp>
      <p:pic>
        <p:nvPicPr>
          <p:cNvPr id="4" name="Picture 3" descr="c3_16_mal_buen_grafi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7944"/>
            <a:ext cx="7744968" cy="30047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30 mil viajes: sin rotular y saturado, contra rotulado, con transparencia y con el hallazgo en el título.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del buen gráfico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Título que diga el hallazgo, no solo las variables.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Ejes con nombre y unidad; ejes que parten de cero en gráficos de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alpha, muestreo o hexbin.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Colas largas: escala logarítmica o eje recortado, declarándolo.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con varias variables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0263"/>
            <a:ext cx="7744968" cy="24401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¿Mejora el modelo si agregamos el tamaño del hogar?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Explicar los vehículos con el ingreso y las personas: la primera regresión múltiple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2657"/>
            <a:ext cx="7744968" cy="285536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97266"/>
            <a:ext cx="7744968" cy="28461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valor p: dónde vive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04912"/>
            <a:ext cx="7744968" cy="243085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variable, P&gt;|t| responde: si en la ciudad el ingreso (o las personas) no tuviera efecto alguno sobre los vehículos, ¿qué tan raro sería este coeficiente solo por azar de la muestra? Ambos dan 0,000; la clase 5 lo formaliza.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fila de NumVeh es el mapa: ingreso 0,47 es el motor; las bicicletas casi no correlacionan con los vehículos (0,06) y son redundantes entre sí (0,83). Probarlas confirma: R² 0,266 a 0,267.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59" y="1143000"/>
            <a:ext cx="70408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 entra como dummies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coeficiente se lee comparado con la referencia: qué le pasa al tiempo de un viaje por ser en ese modo y no en auto, a igual distancia.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842" y="1143000"/>
            <a:ext cx="7534315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20746"/>
            <a:ext cx="7744968" cy="279918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tabla de coeficientes, escrita como ecuación: en escala log los efectos multiplican en vez de sumar.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impacto de filas y atípicos se mide con y sin, sobre todos los resúmenes en uso.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se pondera: WLS.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Muchos puntos: alpha o hexbin. Colas largas: log.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múltiple aísla el efecto de cada variable (categóricas como dummies); R² dice cuánto explica y el valor p si un coeficiente se distingue del azar.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EDA del proyecto usa exactamente estas herramientas (entrega: lunes 15).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las presentaciones de ideas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Presentaciones de ideas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De 5 a 7 minutos por equipo, y preguntas de todos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formato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Esta instancia no lleva nota: es para recibir retroalimentación temprano, cuando corregir cuesta poco.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Después de cada equipo, preguntas y comentarios del curso.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8: fundamentos de probabilidad y nociones de inferencia estadística.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pendiente desde la clase 3: ¿qué significa el valor p que statsmodels ya nos mostró?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formulación se entrega el lunes 7; el primer análisis exploratorio, el lunes 15.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