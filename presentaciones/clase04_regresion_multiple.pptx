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 al modelo de vehículos?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algo más: ¿qué candidatas trae la tabla de hogares, y cómo se elige?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Igual que en vehículos, primero el mapa. La distancia (en log) es el motor: 0,73. El ingreso da 0,00 por viaje: el −0,34 de la clase 3 era entre comunas,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55836"/>
            <a:ext cx="7744968" cy="29290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0,27 al log de la duración, y sumar en log es multiplicar: el mismo viaje de 5 km pasa de 26 a 48 minutos. Por eso el coeficiente se lee como ×1,87 frente al auto, a igual distancia.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dummy vale 0 en la referencia (auto) y 1 en su modo: su coeficiente se suma solo cuando vale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el modelo en log, ese coeficiente se suma al log de la duración, y sumar en log es multiplicar en la escala original: 10 elevado a 0,27 = 1,87.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cuántas veces más (×1,87) frente a la referencia, a igual valor de las demás variables (aquí, la distancia).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¿Por qué dividir los dos tiempos y no restarlos? Porque restar en log es dividir en la escala original: log(a) − log(b) = log(a/b). La resta en minutos cambia con la distancia; la razón 1,87,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log, la lectura sería aditiva: tantos minutos más, a igual distancia.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