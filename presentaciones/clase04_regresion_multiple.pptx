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mayor ingreso viajan menos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inicial (clase 3): explicar la duración media del viaje por comuna con el ingreso medio del hogar, 45 comunas ponderadas. Recta: 38,3 − 4,8 · ingreso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pic>
        <p:nvPicPr>
          <p:cNvPr id="4" name="Picture 3" descr="c4_06_impacto_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68" y="1143000"/>
            <a:ext cx="6436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Medirlo es recalcular con y sin: r casi no se mueve (−0,34), pero la pendiente cambia en un quinto, de −4,8 a −5,8 minutos por millón. Cada resumen tiene su propia sensibilidad.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del hogar con el ingreso: 18.264 hogares, ponderados por su factor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  # = 2.5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Sin esos 236 hogares la pendiente baja de 0,50 a 0,44: eran la señal, no errores. Los atípicos se investigan y solo se eliminan por una razón del dominio.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ya sabemos (clase 3): correlaciona con la distancia, r = 0,57 y Spearman 0,76. Primera decisión: partir por la distancia, 102 mil viajes de la EOD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Y queda claro que la distancia sola no basta.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¿Mejora el modelo si agregamos el tamaño del hogar?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con el ingreso y las personas: la primera regresión múltiple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2657"/>
            <a:ext cx="7744968" cy="2855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p: dónde vive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4912"/>
            <a:ext cx="7744968" cy="2430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cada variable, P&gt;|t| responde: si en la ciudad el ingreso (o las personas) no tuviera efecto alguno sobre los vehículos, ¿qué tan raro sería este coeficiente solo por azar de la muestra? Ambos dan 0,000; la clase 5 lo formaliza.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bicicletas casi no correlacionan con los vehículos (0,06) y son redundantes entre sí (0,83). Probarlas confirma: R² 0,266 a 0,267.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1143000"/>
            <a:ext cx="70408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Volvemos a la duración: la distancia explica el 53%. ¿Qué más podría explicarla, y cómo se decide?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9022"/>
            <a:ext cx="7744968" cy="26226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numéricas del hogar no ayudan (ingreso r = −0,03, vehículos −0,09). El modo, que la matriz no ve, sí: Bip! 62 min contra 15 de caminata. Pero Bip! también va más lejos: hay que comparar a igual distancia.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período del día es la otra candidata fuerte (punta mañana 60 min, fuera de punta 32): queda para el ejercicio.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966" y="1143000"/>
            <a:ext cx="763206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categoría. Cada viaje tiene un solo 1, en la de su modo; el auto se saca y queda de referencia.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una dummy dentro del modelo</a:t>
            </a:r>
          </a:p>
        </p:txBody>
      </p:sp>
      <p:pic>
        <p:nvPicPr>
          <p:cNvPr id="4" name="Picture 3" descr="c4_12_dummies_rec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43000"/>
            <a:ext cx="6583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dummy suma su coeficiente al intercepto de su modo: rectas paralelas, con la misma pendiente en la distancia. En log, sumar 0,27 es multiplicar el tiempo por 1,87.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20746"/>
            <a:ext cx="7744968" cy="27991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de coeficientes, escrita como ecuación: en escala log los efectos multiplican en vez de sumar.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