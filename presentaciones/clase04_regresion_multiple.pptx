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4 · Cierre del EDA y regresión múltiple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3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El impacto de sacar filas y atípicos.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La regresión ponderada (WLS).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Visualización: muchos puntos y colas largas.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Regresión múltiple: varias variables a la vez.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Presentaciones de las ideas de proyecto Capstone (segundo bloque).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Hoy, en el segundo bloque: presentación de la idea de cada equipo, de 5 a 7 minutos, sin nota.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se entrega el lunes 7; el primer análisis exploratorio, el lunes 15.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enunciado y la rúbrica del primer análisis exploratorio ya están publicados en el repositorio.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Lo pendiente de la clase 3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Del impacto de una fila a la regresión ponderada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pic>
        <p:nvPicPr>
          <p:cNvPr id="4" name="Picture 3" descr="c4_06_impacto_f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3768" y="1143000"/>
            <a:ext cx="643646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Medirlo es recalcular con y sin: r casi no se mueve (−0,34), pero la pendiente cambia en un quinto, de −4,8 a −5,8 minutos por millón. Cada resumen tiene su propia sensibilidad.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fórmulas,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2115"/>
            <a:ext cx="7744968" cy="27564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es la que usa el modelo que sigue, y en statsmodels se llama WLS (weighted least squares).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modelo: la motorización del hogar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h["IngresoHogar"] / 1e6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y, w = h["NumVeh"], h["Factor"]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fórmula de la pendiente ponderada, tal cual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 = (w*(x - xw)*(y - yw)).sum() / (w*(x - xw)**2).sum()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18.264 hogares reales, ponderados por su factor: vehículos = 0,20 + 0,50 · ingreso. Medio vehículo más por cada millón.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atípicos de la variable a predecir</a:t>
            </a:r>
          </a:p>
        </p:txBody>
      </p:sp>
      <p:pic>
        <p:nvPicPr>
          <p:cNvPr id="4" name="Picture 3" descr="c3_27_boxplot_numve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92260"/>
            <a:ext cx="7744968" cy="24561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boxplot de NumVeh (clase 2): la cerca de Tukey queda en 2,5, y los hogares de 3 autos o más son atípicos. La siguiente diapo mide qué pasa al sacarlos.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Sacar atípicos de la variable a predecir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q1, q3 = h["NumVeh"].quantile([0.25, 0.75])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sin_atipicos = h[h["NumVeh"] &lt;= q3 + 1.5 * (q3 - q1)]  # = 2.5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modelo, sin los hogares de 3 autos o más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np.polyfit(sin_atipicos["IngresoHogar"] / 1e6, sin_atipicos["NumVeh"],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Sacar 236 hogares aplana la pendiente ponderada (0,50 a 0,44): no eran errores, eran la señal. Los atípicos de y se investigan; se eliminan solo por dominio.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Visualización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Muchos puntos y colas largas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45618"/>
            <a:ext cx="7744968" cy="23494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la tabla DistanciaViaje.csv; sus −1 son faltantes disfrazados).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7136"/>
            <a:ext cx="7744968" cy="2986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distancia tiene cola larga: en lineal se aplasta; en log, la forma aparece. Y transformar con log es feature engineering clásico: vuelve lineales las relaciones multiplicativas.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tres veces</a:t>
            </a:r>
          </a:p>
        </p:txBody>
      </p:sp>
      <p:pic>
        <p:nvPicPr>
          <p:cNvPr id="4" name="Picture 3" descr="c4_02_tre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60639"/>
            <a:ext cx="7744968" cy="2119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transformación aplicada a duración ~ distancia: el log en ambos lados endereza la nube y el R² sube de 0,32 a 0,53. Y el modelo todavía pide más variables.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gráfico, dos veces</a:t>
            </a:r>
          </a:p>
        </p:txBody>
      </p:sp>
      <p:pic>
        <p:nvPicPr>
          <p:cNvPr id="4" name="Picture 3" descr="c3_16_mal_buen_graf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7944"/>
            <a:ext cx="7744968" cy="30047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30 mil viajes: sin rotular y saturado, contra rotulado, con transparencia y con el hallazgo en el título.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del buen gráfico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Título que diga el hallazgo, no solo las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Ejes con nombre y unidad; ejes que parten de cero en gráficos de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alpha, muestreo o hexbin.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Colas largas: escala logarítmica o eje recortado, declarándolo.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gráfico se corrige igual que el código: se itera hasta que un tercero lo entienda sin explicación oral.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Regresión múltiple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con varias variables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 de la regresión múltiple</a:t>
            </a:r>
          </a:p>
        </p:txBody>
      </p:sp>
      <p:pic>
        <p:nvPicPr>
          <p:cNvPr id="4" name="Picture 3" descr="c4_01_formula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00263"/>
            <a:ext cx="7744968" cy="24401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aísla el efecto de su variable: cuánto cambia la predicción por una unidad de esa x, manteniendo las demás constantes.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motorización, con dos variables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los vehículos del hogar con el ingreso y las personas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sm.add_constant(pd.DataFrame({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"ingreso": h["IngresoHogar"] / 1e6,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"personas": h["NumPer"]}))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sm.WLS(h["NumVeh"], X, weights=h["Factor"]).fit()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Ponderado: 0,48 vehículos por millón (era 0,50 a solas) y 0,03 por persona extra. El R² sube apenas, de 0,261 a 0,266: agregar variables no siempre aporta.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ajustada y su lectura</a:t>
            </a:r>
          </a:p>
        </p:txBody>
      </p:sp>
      <p:pic>
        <p:nvPicPr>
          <p:cNvPr id="4" name="Picture 3" descr="c4_08_ecuacion_motor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2657"/>
            <a:ext cx="7744968" cy="285536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fórmula de la múltiple con nuestros números: cada coeficiente se lee con las demás variables fijas.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Leer el modelo: R²</a:t>
            </a:r>
          </a:p>
        </p:txBody>
      </p:sp>
      <p:pic>
        <p:nvPicPr>
          <p:cNvPr id="4" name="Picture 3" descr="c4_04_formula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7266"/>
            <a:ext cx="7744968" cy="28461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Nuestro 0,266: ingreso y personas explican un cuarto de la variabilidad de los vehículos entre hogares. Agregar variables nunca baja el R²; por eso no basta con mirarlo.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valor p: dónde vive</a:t>
            </a:r>
          </a:p>
        </p:txBody>
      </p:sp>
      <p:pic>
        <p:nvPicPr>
          <p:cNvPr id="4" name="Picture 3" descr="c4_07_pvalu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04912"/>
            <a:ext cx="7744968" cy="24308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pregunta que responde P&gt;|t|: si el efecto real fuera cero, ¿qué tan raro sería este coeficiente por azar? Aquí ambos dan 0,000. Ojo: con n grande hasta lo minúsculo es significativo; la clase 5 lo formaliza.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para elegir variables</a:t>
            </a:r>
          </a:p>
        </p:txBody>
      </p:sp>
      <p:pic>
        <p:nvPicPr>
          <p:cNvPr id="4" name="Picture 3" descr="c4_05_mapa_candida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0736" y="1143000"/>
            <a:ext cx="408252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fila de NumVeh es el mapa: ingreso 0,47 es el motor; las bicicletas casi no correlacionan con los vehículos (0,06) y son redundantes entre sí (0,83). Probarlas confirma: R² 0,266 a 0,267.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categórica entra como dummies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Una columna 0/1 por modo; el auto queda de referencia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pd.get_dummies(viajes["ModoAgrupado"])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dummies.drop(columns=["Auto"])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la duración (log) con la distancia (log) y el modo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Cada coeficiente se lee comparado con la referencia: qué le pasa al tiempo de un viaje por ser en ese modo y no en auto, a igual distancia.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resultado: distancia y modo</a:t>
            </a:r>
          </a:p>
        </p:txBody>
      </p:sp>
      <p:pic>
        <p:nvPicPr>
          <p:cNvPr id="4" name="Picture 3" descr="c4_03_coef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842" y="1143000"/>
            <a:ext cx="753431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igual distancia, un viaje en Bip! tarda 1,87 veces lo que uno en auto; taxi y caminata quedan casi iguales al auto. El R² sube de 0,53 a 0,60.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de la duración, leída</a:t>
            </a:r>
          </a:p>
        </p:txBody>
      </p:sp>
      <p:pic>
        <p:nvPicPr>
          <p:cNvPr id="4" name="Picture 3" descr="c4_09_ecua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20746"/>
            <a:ext cx="7744968" cy="279918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tabla de coeficientes, escrita como ecuación: en escala log los efectos multiplican en vez de sumar.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impacto de filas y atípicos se mide con y sin, sobre todos los resúmenes en uso.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Cuando la conclusión es sobre la ciudad, se pondera: WLS.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 o hexbin. Colas largas: log.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múltiple aísla el efecto de cada variable (categóricas como dummies); R² dice cuánto explica y el valor p si un coeficiente se distingue del azar.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EDA del proyecto usa exactamente estas herramientas (entrega: lunes 15).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las presentaciones de ideas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Presentaciones de ideas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 5 a 7 minutos por equipo, y preguntas de todos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formato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Esta instancia no lleva nota: es para recibir retroalimentación temprano, cuando corregir cuesta poco.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Después de cada equipo, preguntas y comentarios del curso.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8: fundamentos de probabilidad y nociones de inferencia estadística.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pregunta pendiente desde la clase 3: ¿qué significa el valor p que statsmodels ya nos mostró?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formulación se entrega el lunes 7; el primer análisis exploratorio, el lunes 15.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Seabold, S. y Perktold, J. (2010). statsmodels: Econometric and statistical modeling with Python. Proceedings of the 9th Python in Science Conference.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5 (regresión lineal).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