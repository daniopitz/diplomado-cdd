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Presentaciones de las ideas de proyecto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Regresión múltiple: varias variables a la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7: lo que escuchen hoy es insumo directo para ese documento.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el cierre del EDA y la regresión múltiple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por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pregunta que responde: si el efecto real fuera cero, ¿qué tan raro sería este coeficiente solo por azar?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es la columna P&gt;|t|: ingreso y personas dan p prácticamente 0, ninguna parece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sinónimo de importante: con 18 mil hogares, un aporte de 0,003 vehículos por bicicleta también da p diminuto.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definición formal, con hipótesis y umbrales, es la clase 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