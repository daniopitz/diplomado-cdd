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Presentaciones de las ideas de proyecto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Regresión múltiple: varias variables a la vez.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Esquema sugerido: qué motiva el problema, el problema en sí, los datos y sus fuentes, y las primeras ideas.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pauta completa está en el repositorio, en evaluaciones.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el cierre del EDA y la regresión múltiple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otro. El código está en el notebook.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transformación aplicada a duración ~ distancia: el log en ambos lados endereza la nube y el R² sube de 0,32 a 0,53. Y el modelo todavía pide más variables.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 entra como dummies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Se agregan a la X junto al log de la distancia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coeficiente se lee comparado con la referencia: qué le pasa al tiempo de un viaje por ser en ese modo y no en auto, a igual distancia.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log, que además es feature engineering.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múltiple aísla el efecto de cada variable con las demás constantes;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