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adecuado: dice qué muestra el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Sin esos 236 hogares la pendiente baja de 0,50 a 0,44: eran la señal, no errores. Los atípicos se investigan y solo se eliminan por una razón del dominio.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impacto, dibujado: las dos rectas</a:t>
            </a:r>
          </a:p>
        </p:txBody>
      </p:sp>
      <p:pic>
        <p:nvPicPr>
          <p:cNvPr id="4" name="Picture 3" descr="c4_14_impacto_atipi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5268" y="1143000"/>
            <a:ext cx="6433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perder los puntos dorados de arriba, la recta punteada gira hacia abajo: de 0,50 a 0,44 vehículos por millón. El modelo queda ciego justo a los hogares más motorizados, el fenómeno que quería capturar.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 al modelo de vehículos?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algo más: ¿qué candidatas trae la tabla de hogares, y cómo se elige?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ya sabemos (clase 3): correlaciona con la distancia, r = 0,57 y Spearman 0,76. Primera decisión: partir por la distancia, 102 mil viajes de la EOD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Y queda claro que la distancia sola no basta.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¿Y si agregamos más variables?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Volvemos a la duración: la distancia explica el 53%. ¿Qué más podría explicarla, y cómo se decide?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09022"/>
            <a:ext cx="7744968" cy="26226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numéricas del hogar no ayudan (ingreso r = −0,03, vehículos −0,09). El modo, que la matriz no ve, sí: Bip! 62 min contra 15 de caminata. Pero Bip! también va más lejos: hay que comparar a igual distancia.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período del día es la otra candidata fuerte (punta mañana 60 min, fuera de punta 32): queda para el ejercicio.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966" y="1143000"/>
            <a:ext cx="763206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una dummy dentro del modelo</a:t>
            </a:r>
          </a:p>
        </p:txBody>
      </p:sp>
      <p:pic>
        <p:nvPicPr>
          <p:cNvPr id="4" name="Picture 3" descr="c4_12_dummies_rec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1143000"/>
            <a:ext cx="6583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dummy suma su coeficiente al intercepto de su modo: rectas paralelas, con la misma pendiente en la distancia. En log, sumar 0,27 es multiplicar el tiempo por 1,87.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