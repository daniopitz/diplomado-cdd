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62" y="1143000"/>
            <a:ext cx="75492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 La tabla completa de coeficientes viene en la próxima diapo.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¿Por qué dividir los dos tiempos y no restarlos? Porque restar en log es dividir en la escala original: log(a) − log(b) = log(a/b). La resta en minutos cambia con la distancia; la razón 1,87,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