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adecuado: dice qué muestra el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mayor ingreso viajan menos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inicial (clase 3): explicar la duración media del viaje por comuna con el ingreso medio del hogar, 45 comunas ponderadas. Recta: 38,3 − 4,8 · ingreso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del hogar con el ingreso: 18.264 hogares, ponderados por su factor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Sin esos 236 hogares la pendiente baja de 0,50 a 0,44: eran la señal, no errores. Los atípicos se investigan y solo se eliminan por una razón del dominio.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impacto, dibujado: las dos rectas</a:t>
            </a:r>
          </a:p>
        </p:txBody>
      </p:sp>
      <p:pic>
        <p:nvPicPr>
          <p:cNvPr id="4" name="Picture 3" descr="c4_14_impacto_atip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268" y="1143000"/>
            <a:ext cx="6433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perder los puntos dorados de arriba, la recta punteada gira hacia abajo: de 0,50 a 0,44 vehículos por millón. El modelo queda ciego justo a los hogares más motorizados, el fenómeno que quería capturar.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 al modelo de vehículos?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con el ingreso y algo más: ¿qué candidatas trae la tabla de hogares, y cómo se elige? La primera regresión múltiple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1143000"/>
            <a:ext cx="70408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ya sabemos (clase 3): correlaciona con la distancia, r = 0,57 y Spearman 0,76. Primera decisión: partir por la distancia, 102 mil viajes de la EOD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Y queda claro que la distancia sola no basta.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Volvemos a la duración: la distancia explica el 53%. ¿Qué más podría explicarla, y cómo se decide?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Igual que en vehículos, primero el mapa. La distancia (en log) es el motor: 0,73. El ingreso da 0,00 por viaje: el −0,34 de la clase 3 era entre comunas,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9022"/>
            <a:ext cx="7744968" cy="26226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período del día es la otra candidata fuerte (punta mañana 60 min, fuera de punta 32): queda para el ejercicio.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966" y="1143000"/>
            <a:ext cx="763206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categoría. Cada viaje tiene un solo 1, en la de su modo; el auto se saca y queda de referencia.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una dummy dentro del modelo</a:t>
            </a:r>
          </a:p>
        </p:txBody>
      </p:sp>
      <p:pic>
        <p:nvPicPr>
          <p:cNvPr id="4" name="Picture 3" descr="c4_12_dummies_rec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6583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dummy suma su coeficiente al intercepto de su modo: rectas paralelas, con la misma pendiente en la distancia. En log, sumar 0,27 es multiplicar el tiempo por 1,87.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20746"/>
            <a:ext cx="7744968" cy="27991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de coeficientes, escrita como ecuación: en escala log los efectos multiplican en vez de sumar.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4785"/>
            <a:ext cx="7744968" cy="28711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dummy suma 0,27 al log de la duración, y sumar en log es multiplicar: el mismo viaje de 5 km pasa de 26 a 48 minutos. Por eso el coeficiente se lee como ×1,87 frente al auto, a igual distancia.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dummy vale 0 en la referencia (auto) y 1 en su modo: su coeficiente se suma solo cuando vale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el modelo en log, ese coeficiente se suma al log de la duración, y sumar en log es multiplicar en la escala original: 10 elevado a 0,27 = 1,87.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cuántas veces más (×1,87) frente a la referencia, a igual valor de las demás variables (aquí, la distancia).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log, la lectura sería aditiva: tantos minutos más, a igual distancia.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