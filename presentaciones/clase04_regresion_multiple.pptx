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Cierre del EDA y regresión múltiple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3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Presentaciones de las ideas de proyecto Capstone.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impacto de sacar filas y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ponderada (WLS).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Visualización: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Regresión múltiple: varias variables a la vez.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Hoy: presentación de la idea de cada equipo, de 5 a 7 minutos,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se entrega el lunes 7; el primer análisis exploratorio, el lunes 15.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rúbrica del primer análisis exploratorio se publica esta semana en el repositorio.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Presentaciones de ideas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5 a 7 minutos por equipo, y preguntas de todos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formato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Esta instancia no lleva nota: es para recibir retroalimentación temprano, cuando corregir cuesta poco.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Esquema sugerido: qué motiva el problema, el problema en sí, los datos y sus fuentes, y las primeras ideas.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 de cada equipo, preguntas y comentarios del curso.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pauta completa está en el repositorio, en evaluaciones.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el cierre del EDA y la regresión múltiple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 pendiente de la clase 3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Del impacto de una fila a la regresión ponderada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Medirlo: recalcular cada resumen sin la fila, y comparar.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 Barnechea, r casi no se mueve (sigue en −0,34), pero la pendiente cambia en un quinto: de −4,8 a −5,8 minutos por millón.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mismo punto puede pesar poco en un resumen y mucho en otro. El código está en el notebook.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atípicos de la variable a predecir</a:t>
            </a:r>
          </a:p>
        </p:txBody>
      </p:sp>
      <p:pic>
        <p:nvPicPr>
          <p:cNvPr id="4" name="Picture 3" descr="c3_27_boxplot_num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2260"/>
            <a:ext cx="7744968" cy="24561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boxplot de NumVeh (clase 2): la cerca de Tukey queda en 2,5, y los hogares de 3 autos o más son atípicos. La siguiente diapo mide qué pasa al sacarlos.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236 hogares aplana la pendiente ponderada (0,50 a 0,44): no eran errores, eran la señal. Los atípicos de y se investigan; se eliminan solo por dominio.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Muchos puntos y colas largas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5618"/>
            <a:ext cx="7744968" cy="23494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7136"/>
            <a:ext cx="7744968" cy="2986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Y transformar con log es feature engineering clásico: vuelve lineales las relaciones multiplicativas.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60639"/>
            <a:ext cx="7744968" cy="2119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transformación aplicada a duración ~ distancia: el log en ambos lados endereza la nube y el R² sube de 0,32 a 0,53. Y el modelo todavía pide más variables.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7944"/>
            <a:ext cx="7744968" cy="3004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que diga el hallazgo, no solo las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gráfico se corrige igual que el código: se itera hasta que un tercero lo entienda sin explicación oral.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con varias variables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0263"/>
            <a:ext cx="7744968" cy="24401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 entra como dummies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Se agregan a la X junto al log de la distancia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coeficiente se lee comparado con la referencia: qué le pasa al tiempo de un viaje por ser en ese modo y no en auto, a igual distancia.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42" y="1143000"/>
            <a:ext cx="75343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impacto de filas y atípicos se mide con y sin, sobre todos los resúmenes en uso.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se pondera: WLS.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 o hexbin. Colas largas: log, que además es feature engineering.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múltiple aísla el efecto de cada variable con las demás constantes; las categóricas entran como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EDA del proyecto usa exactamente estas herramientas (entrega: lunes 15).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8: fundamentos de probabilidad y nociones de inferencia estadística.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pendiente desde la clase 3: ¿qué significa el valor p que statsmodels ya nos mostró?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formulación se entrega el lunes 7; el primer análisis exploratorio, el lunes 15.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