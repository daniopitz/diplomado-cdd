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en el segundo bloque: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múltiple: varias variables a la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Presentaciones de las ideas de proyecto Capstone (segundo bloque).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adecuado: dice qué muestra el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mayor ingreso viajan menos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inicial (clase 3): explicar la duración media del viaje por comuna con el ingreso medio del hogar, 45 comunas ponderadas. Recta: 38,3 − 4,8 · ingreso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pic>
        <p:nvPicPr>
          <p:cNvPr id="4" name="Picture 3" descr="c4_06_impacto_f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768" y="1143000"/>
            <a:ext cx="6436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Medirlo es recalcular con y sin: r casi no se mueve (−0,34), pero la pendiente cambia en un quinto, de −4,8 a −5,8 minutos por millón. Cada resumen tiene su propia sensibilidad.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del hogar con el ingreso: 18.264 hogares, ponderados por su factor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  # = 2.5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Sin esos 236 hogares la pendiente baja de 0,50 a 0,44: eran la señal, no errores. Los atípicos se investigan y solo se eliminan por una razón del dominio.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impacto, dibujado: las dos rectas</a:t>
            </a:r>
          </a:p>
        </p:txBody>
      </p:sp>
      <p:pic>
        <p:nvPicPr>
          <p:cNvPr id="4" name="Picture 3" descr="c4_14_impacto_atip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5268" y="1143000"/>
            <a:ext cx="6433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perder los puntos dorados de arriba, la recta punteada gira hacia abajo: de 0,50 a 0,44 vehículos por millón. El modelo queda ciego justo a los hogares más motorizados, el fenómeno que quería capturar.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 al modelo de vehículos?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con el ingreso y algo más: ¿qué candidatas trae la tabla de hogares, y cómo se elige? La primera regresión múltiple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fila de NumVeh es el mapa: ingreso 0,47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4912"/>
            <a:ext cx="7744968" cy="2430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2657"/>
            <a:ext cx="7744968" cy="2855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266"/>
            <a:ext cx="7744968" cy="284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59" y="1143000"/>
            <a:ext cx="70408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ya sabemos (clase 3): correlaciona con la distancia, r = 0,57 y Spearman 0,76. Primera decisión: partir por la distancia, 102 mil viajes de la EOD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Y queda claro que la distancia sola no basta.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Volvemos a la duración: la distancia explica el 53%. ¿Qué más podría explicarla, y cómo se decide?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Igual que en vehículos, primero el mapa. La distancia (en log) es el motor: 0,73. El ingreso da 0,00 por viaje: el −0,34 de la clase 3 era entre comunas,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09022"/>
            <a:ext cx="7744968" cy="26226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período del día es la otra candidata fuerte (punta mañana 60 min, fuera de punta 32): queda para el ejercicio.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966" y="1143000"/>
            <a:ext cx="763206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categoría. Cada viaje tiene un solo 1, en la de su modo; el auto se saca y queda de referencia.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62" y="1143000"/>
            <a:ext cx="75492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ajustado como ecuación: la distancia con su coeficiente y una dummy por modo con el suyo; el auto es la referencia y no lleva término. La tabla completa de coeficientes viene en la próxima diapo.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55836"/>
            <a:ext cx="7744968" cy="2929006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coeficiente de una dummy solo se considera si el viaje es en ese modo de transporte; si no, la dummy vale 0 y el término desaparece.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modelo está en log, el coeficiente se suma al log, y sumar en log es multiplicar: 10 elevado a 0,27 = 1,87. Por eso los dos tiempos se dividen y no se restan.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un viaje en Bip! tarda 1,87 veces lo que uno en auto, a igual distancia.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múltiple aísla el efecto de cada variable (categóricas como dummies); R² dice cuánto explica y el valor p si un coeficiente se distingue del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las presentaciones de ideas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