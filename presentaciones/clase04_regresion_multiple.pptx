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62" y="1143000"/>
            <a:ext cx="75492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 La tabla completa de coeficientes viene en la próxima diapo.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55836"/>
            <a:ext cx="7744968" cy="292900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9472"/>
            <a:ext cx="7744968" cy="30817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En sus proyectos, comparen modelos con el ajustado.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