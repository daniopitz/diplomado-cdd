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¿Mejora el modelo si agregamos el tamaño del hogar?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las personas: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variable, P&gt;|t| responde: si en la ciudad el ingreso (o las personas) no tuviera efecto alguno sobre los vehículos, ¿qué tan raro sería este coeficiente solo por azar de la muestra? Ambos dan 0,000; la clase 5 lo formaliza.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más tarda un viaje según el modo, a igual distancia?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la duración del viaje (en log) con la distancia (en log) y el modo de transporte: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