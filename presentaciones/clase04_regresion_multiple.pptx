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transformación aplicada a duración ~ distancia: el log en ambos lados endereza la nube y el R² sube de 0,32 a 0,53. Y el modelo todavía pide más variables.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¿Mejora el modelo si agregamos el tamaño del hogar?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las personas: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p: dónde vive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variable, P&gt;|t| responde: si en la ciudad el ingreso (o las personas) no tuviera efecto alguno sobre los vehículos, ¿qué tan raro sería este coeficiente solo por azar de la muestra? Ambos dan 0,000; la clase 5 lo formaliza.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 entra como dummies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coeficiente se lee comparado con la referencia: qué le pasa al tiempo de un viaje por ser en ese modo y no en auto, a igual distancia.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