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Fundamentos de la ciencia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Módulo 1 del diplomado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datos: definiciones y el episodio de Snow.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práctica con datos reales: la Encuesta Origen Destino de Santiago.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concepto central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Primero se presenta como marco (tipos de datos y tipos de variables) y luego se aplica columna a columna sobre una encuesta real, en el notebook.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el criterio de partida de todo el módulo: la estadística descriptiva (clase 2) y el EDA (clase 3) se organizan según el tipo de variable.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episodio de John Snow (1854)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Londres, brote de cólera en el barrio de Soho: unas 600 muertes en pocas semanas.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teoría dominante culpaba al aire (los miasmas).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médico John Snow preguntó otra cosa: ¿dónde vivían los muertos?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Marcó cada muerte en un mapa: se concentraban alrededor de la bomba de agua de Broad Street (Snow, 1855).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evidencia contradijo la teoría dominante: el agua, no el aire.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partió de una pregunta concreta, no de la teoría disponible.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proyecto final del módulo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módulo se evalúa con un proyecto aplicado sobre datos reales, que recorre el ciclo completo: pregunta, datos, exploración, análisis y comunicación.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Puede usar datos de su propio trabajo o un conjunto de datos público.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Desde hoy: anote las preguntas de su trabajo que le gustaría responder con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pauta se publican en las próximas clases.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Estructurados: tablas con filas y columnas (la EOD, una base de ventas, un registro de sensores). Son el foco de este módulo.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estructurados: texto libre, imágenes, audio. Se trabajan en los módulos de machine learning y deep learning del diplomado.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práctica, analizar datos no estructurados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Códigos numéricos: variables nominales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encuesta de viajes que exploraremos hoy en el notebook, la columna ComunaOrigen vale 94, 71, 13... pero es una variable nominal: los números son códigos de comuna.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Promediar códigos de comuna no significa nada; contar viajes por comuna, sí.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la variable define qué resumen y qué gráfico son válidos: es lo primero que se revisa al abrir una tabla.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clase 2 esto se vuelve operativo: cada resumen de la estadística descriptiva aplica a ciertos tipos de variables.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DataFrame es una tabla con columnas etiquetadas, cada una de su propio tipo. Con esas tres líneas se abre la EOD completa: lo haremos en vivo en el notebook de hoy.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Encuesta Origen Destino de Santiago 2012</a:t>
            </a:r>
          </a:p>
        </p:txBody>
      </p:sp>
      <p:pic>
        <p:nvPicPr>
          <p:cNvPr id="4" name="Picture 3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963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EOD Santiago 2012: 18.264 hogares, 60.054 personas y 113.591 viajes registrados. Cada fila es un viaje; los códigos se resuelven contra tablas de parámetros.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del DataFrame al gráfico</a:t>
            </a:r>
          </a:p>
        </p:txBody>
      </p:sp>
      <p:pic>
        <p:nvPicPr>
          <p:cNvPr id="4" name="Picture 3" descr="06_hist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310" y="1143000"/>
            <a:ext cx="558737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Este histograma sale de la tabla de viajes con unas seis líneas de código; el notebook de la clase las muestra completas.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init --bare --python 3.12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numpy pandas matplotlib seaborn scipy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statsmodels scikit-learn jupyterlab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guía de instalación del repositorio (github.com/daniopitz/diplomado-cdd) detalla estos pasos por sistema operativo y los problemas frecuentes. Lo hacemos juntos ahora; debe quedar funcionando antes de la clase 2. Alternativa sin instalar nada: Google Colab, con los enlaces del repositorio.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Actividad de 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Escriba en el chat una decisión de su trabajo que hoy se toma por intuición y podría tomarse con datos, o un conjunto de datos que su organización acumula y no analiza.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Comentaremos dos o tres: cuál sería la pregunta, qué datos harían falta, qué etapa del ciclo sería la difícil.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Guarde la suya: puede ser el germen de su proyecto final.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Snow, J. (1855). On the Mode of Communication of Cholera (2ª edición). Londres: John Churchill.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