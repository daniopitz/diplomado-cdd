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Opción A, entorno local: uv administra Python y las librerías, y se trabaja en JupyterLab.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guía de instalación del repositorio detalla los pasos por sistema operativo y los problemas frecuentes.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Opción B, Google Colab: los notebooks corren en la nube, sin instalar nada; se abren con los enlaces del README del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Solo requiere una cuenta de Google. Es la alternativa si su computador tiene restricciones de instalación.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Ambas opciones usan los mismos notebooks y los mismos datos (se leen desde una URL).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hacemos juntos ahora; debe quedar funcionando antes de la clase 2. Si algo falla, siga la clase en Colab y revise después la sección de problemas frecuentes de la guía, o escríbanos.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