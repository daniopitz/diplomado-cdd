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Pauta: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Entrega: lu 07-sep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Pauta: ju 03-sep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Entrega: lu 15-sep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escrito: vi 25-sep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