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actividades, asociadas al proyecto Capstone del diplomado (programa oficial de la asignatura):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Formulación del proyecto Capstone y de la innovación propuesta (30%).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Primer análisis exploratorio de datos, en código con NumPy, Pandas y Matplotlib sobre datos del proyecto (40%).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Informe de avance: comunicación oral y escrita de los primeros hallazgos (25%).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proyecto Capstone parte en este módulo: defina un problema de su contexto profesional abordable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Calificación mínima de aprobación: 60%. Fechas y pautas se publican durante el módulo.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