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   # opcional, solo si no usa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Code: basta abrir la carpeta y elegir el kernel de .venv, sin comandos adicionales.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una encuesta, varias tablas</a:t>
            </a:r>
          </a:p>
        </p:txBody>
      </p:sp>
      <p:pic>
        <p:nvPicPr>
          <p:cNvPr id="4" name="Picture 3" descr="12_eod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tabla tiene su unidad (hogar, persona, viaje) y las llaves las conectan; las tablas de parámetros traducen los códigos. Por eso la operación clave para trabajar con la EOD es merge.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8503920" cy="2715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25196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</a:t>
            </a:r>
          </a:p>
        </p:txBody>
      </p:sp>
      <p:pic>
        <p:nvPicPr>
          <p:cNvPr id="4" name="Picture 3" descr="13_factor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persona encuestada representa a muchas otras; su factor de expansión dice a cuántas. La suma de los factores estima la población completa.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 en los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encuesta entrevista a una muestra: la EOD, a 60.054 personas de los 6,65 millones de habitantes que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factor de expansión de cada persona indica a cuántos habitantes representa; sale del diseño muestral (comuna, sexo, edad).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suma de los factores reproduce la población: en la EOD, Factor_LaboralNormal suma 6.651.735.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resumen tiene dos versiones: muestral (contar filas) y ponderada (sumar factores). ¿De quién habla cada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notebook: 52,8% de mujeres en la muestra, 51,5% ponderado.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