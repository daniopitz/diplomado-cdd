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1 · Introducción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25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la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ciclo de vida de un proyecto de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Tipos de datos y tipos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ecosistema Python: NumPy, Pandas y Matplotlib.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Puesta en marcha del entorno y ejemplo con Pandas.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es la ciencia de datos?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Definición, componentes y objetivos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definición formal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“Data science is the study of the generalizable extraction of knowledge from data” (Dhar, 2013, CACM).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decir: el estudio de la extracción generalizable de conocimiento a partir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Generalizable: las conclusiones deben ser válidas fuera de los datos usados para obtenerlas. Este requisito define los dos objetivos del análisis, inferencia y predicción (clases 5 a 8).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Cleveland (2001) propuso el área como una ampliación técnica de la estadística; Donoho (2017) revisa su desarrollo durante los últimos 50 años.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componentes en intersección</a:t>
            </a:r>
          </a:p>
        </p:txBody>
      </p:sp>
      <p:pic>
        <p:nvPicPr>
          <p:cNvPr id="4" name="Picture 3" descr="07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6727" y="1143000"/>
            <a:ext cx="451054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literatura describe la disciplina en la intersección de estadística, computación y conocimiento del dominio (Cleveland, 2001; Donoho, 2017).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objetivos: inferencia y predicción</a:t>
            </a:r>
          </a:p>
        </p:txBody>
      </p:sp>
      <p:pic>
        <p:nvPicPr>
          <p:cNvPr id="4" name="Picture 3" descr="08_inferencia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425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dos grandes objetivos del trabajo con datos; estructuran las clases 5 a 8 del módulo.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ciclo de vida de un proyecto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Etapas, iteración y planificación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etapas de un proyecto de ciencia de datos</a:t>
            </a:r>
          </a:p>
        </p:txBody>
      </p:sp>
      <p:pic>
        <p:nvPicPr>
          <p:cNvPr id="4" name="Picture 3" descr="03_ciclo_v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7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ciclo tiene dos entradas: una necesidad del dominio o datos ya disponibles. Los hallazgos de una etapa pueden devolver el proyecto a etapas anteriores.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disponibles condicionan la pregunta</a:t>
            </a:r>
          </a:p>
        </p:txBody>
      </p:sp>
      <p:pic>
        <p:nvPicPr>
          <p:cNvPr id="4" name="Picture 3" descr="10_datos_pregu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09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encuesta de viajes de hoy es el caso ideal: se diseñó para estudiar la movilidad. El caso frecuente: los registros de telefonía móvil, generados para operar la red, se usan para estimar matrices de viaje y planificar transporte. Por eso el ciclo dedica tanto trabajo a limpieza y validación.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advertencias sobre el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Cargar y limpiar datos consume en promedio el 45% del tiempo de trabajo, más que el modelamiento (Anaconda, 2020; encuesta a 2.360 profesionales).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se recorre varias veces: un hallazgo cambia la pregunta y una limpieza revela problemas nuevos.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error en la formulación del problema invalida las etapas posteriores; conviene revisarla antes de invertir en el resto.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Evaluación del módulo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868680"/>
                <a:gridCol w="3703320"/>
              </a:tblGrid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Actividad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Pond.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Hitos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Formulación del proyecto Capstone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07-sep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27-ago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de la idea: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Primer análisis exploratorio de datos (NumPy, Pandas y Matplotlib)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15-sep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Informe de avance del 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Informe escrito: vi 25-sep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oral: ma 22-sep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297680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Tres actividades asociadas al proyecto Capstone (programa oficial). Calificación mínima de aprobación: 60%. Fechas por confirmar en el aula virtual.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Tipos de datos y tipos de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análisis admite cada columna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Datos estructurados y no estructurados</a:t>
            </a:r>
          </a:p>
        </p:txBody>
      </p:sp>
      <p:pic>
        <p:nvPicPr>
          <p:cNvPr id="4" name="Picture 3" descr="09_estructur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no estructurados se trabajan en los módulos de machine learning y deep learning; en la práctica, analizarlos suele requerir convertirlos primero en representaciones tabulares o numéricas.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variables</a:t>
            </a:r>
          </a:p>
        </p:txBody>
      </p:sp>
      <p:pic>
        <p:nvPicPr>
          <p:cNvPr id="4" name="Picture 3" descr="04_tip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172" y="1143000"/>
            <a:ext cx="629765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mezcla los cuatro tipos; cada columna se analiza según el suyo.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ecosistema Python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NumPy, Pandas y Matplotlib, más Jupyter y uv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herramientas del módulo</a:t>
            </a:r>
          </a:p>
        </p:txBody>
      </p:sp>
      <p:pic>
        <p:nvPicPr>
          <p:cNvPr id="4" name="Picture 3" descr="05_eco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14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Python trae la sintaxis; NumPy, Pandas y Matplotlib traen el trabajo con datos. Jupyter y uv son el entorno donde todo corre.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formas de trabajar en el curso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3931920" cy="324612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1371600"/>
            <a:ext cx="73152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13055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D3557"/>
                </a:solidFill>
                <a:latin typeface="Fira Sans"/>
              </a:rPr>
              <a:t>Opción 1 · Google Colab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87752"/>
            <a:ext cx="33832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Los notebooks corren en la nube, sin instalar nada.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abren con los enlaces del README del repositorio.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Requiere una cuenta de Google.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Guarde su copia en una carpeta de su Drive.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143000"/>
            <a:ext cx="3931920" cy="324612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hub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731520" cy="731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37760" y="213055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D3557"/>
                </a:solidFill>
                <a:latin typeface="Fira Sans"/>
              </a:rPr>
              <a:t>Opción 2 · Entorno local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2587752"/>
            <a:ext cx="33832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clona el repositorio del curso desde GitHub y uv sync instala Python y todas las librerías.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Todo el material queda descargado: notebooks, datos y guía.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trabaja en VS Code (así se dictan las clases) o en JupyterLab.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526280"/>
            <a:ext cx="8138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333333"/>
                </a:solidFill>
                <a:latin typeface="Fira Sans"/>
              </a:rPr>
              <a:t>Ambas opciones usan los mismos notebooks y los mismos datos. Material en github.com/daniopitz/diplomado-cdd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Puesta en marcha del entorno local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git clone https://github.com/daniopitz/diplomado-cdd.git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cd diplomado-cdd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sync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run jupyter lab   # opcional, solo si no usa VS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uv sync instala Python 3.12 y las librerías con las versiones fijadas en el repositorio; git pull trae el material nuevo cada semana (sin git: Code &gt; Download ZIP). En las clases se trabaja en VS Code: basta abrir la carpeta y elegir el kernel de .venv, sin comandos adicionales.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NumPy: cálculo sobre arreglos completos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numpy as np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 = np.array([70, 105, 90, 25, 40])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tiempos.mean()          # 66.0, sin escribir un ciclo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operación se aplica al arreglo completo (vectorización): menos código y mucho más rápido que iterar en Python puro. Es la base sobre la que se construye todo lo demás.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la tabla como objeto de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143000"/>
            <a:ext cx="7744968" cy="13258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viajes = pd.read_csv(URL_VIAJES, sep=";", decimal=",")</a:t>
            </a:r>
          </a:p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viajes.head()</a:t>
            </a:r>
          </a:p>
        </p:txBody>
      </p:sp>
      <p:pic>
        <p:nvPicPr>
          <p:cNvPr id="5" name="Picture 4" descr="02_df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606040"/>
            <a:ext cx="5486400" cy="19968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4088" y="4590288"/>
            <a:ext cx="774496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esas tres líneas se abre la EOD 2012 completa: 18.264 hogares, 60.054 personas y 113.591 viajes. Cada columna es una variable de su propio tipo.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una encuesta, varias tablas</a:t>
            </a:r>
          </a:p>
        </p:txBody>
      </p:sp>
      <p:pic>
        <p:nvPicPr>
          <p:cNvPr id="4" name="Picture 3" descr="12_eod_tab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651" y="1143000"/>
            <a:ext cx="603669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tabla tiene su unidad (hogar, persona, viaje) y las llaves las conectan; las tablas de parámetros traducen los códigos. Por eso la operación clave para trabajar con la EOD es merge.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 no es exclusivo de Pandas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Varias herramientas usan la misma abstracción de tabla, y Pandas no siempre es la mejor opción cuando los datos crecen: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Polars: DataFrames implementados en Rust, más rápidos y eficientes en memoria.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Apache Spark: DataFrames distribuidos en un clúster, para volúmenes que no caben en una máquina.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Dask: paraleliza la interfaz de Pandas sobre varios núcleos o máquinas.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DuckDB: consultas SQL directas sobre archivos y DataFrames.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este módulo usamos Pandas: es el estándar para el análisis interactivo con datos de tamaño pequeño y mediano, y su interfaz es la referencia que las demás herramientas siguen.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Matplotlib: tres gráficos básicos</a:t>
            </a:r>
          </a:p>
        </p:txBody>
      </p:sp>
      <p:pic>
        <p:nvPicPr>
          <p:cNvPr id="4" name="Picture 3" descr="11_tres_graf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8503920" cy="2715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25196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gráfico depende del tipo de variable: barras para una cualitativa, histograma para una cuantitativa, dispersión para dos cuantitativas. Los tres salen de la tabla de viajes y se construyen en el notebook.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factor de expansión</a:t>
            </a:r>
          </a:p>
        </p:txBody>
      </p:sp>
      <p:pic>
        <p:nvPicPr>
          <p:cNvPr id="4" name="Picture 3" descr="13_factor_expan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71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persona encuestada representa a muchas otras; su factor de expansión dice a cuántas. La suma de los factores estima la población completa.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factor de expansión en los cálculos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Una encuesta entrevista a una muestra: la EOD, a 60.054 personas de los 6,65 millones de habitantes que cubre.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factor de expansión de cada persona indica a cuántos habitantes representa; sale del diseño muestral (comuna, sexo, edad).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suma de los factores reproduce la población: en la EOD, Factor_LaboralNormal suma 6.651.735.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resumen tiene dos versiones: muestral (contar filas) y ponderada (sumar factores). ¿De quién habla cada número?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el notebook: 52,8% de mujeres en la muestra, 51,5% ponderado.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Reparto modal de Santiago, EOD 2012</a:t>
            </a:r>
          </a:p>
        </p:txBody>
      </p:sp>
      <p:pic>
        <p:nvPicPr>
          <p:cNvPr id="4" name="Picture 3" descr="01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462" y="1143000"/>
            <a:ext cx="593507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Uno de cada tres viajes es a pie. Esta versión está ponderada por factores de expansión, así que habla de la ciudad; en el notebook calcularemos la versión muestral, y la diferencia entre ambas abre las clases 2 y 3.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cada variable determina qué resúmenes, gráficos y análisis son válidos.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Ciencia de datos: extracción generalizable de conocimiento a partir de los datos (Dhar, 2013); combina estadística, computación y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de vida tiene dos entradas (una necesidad del dominio o datos disponibles) y se recorre de forma iterativa.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preparación de datos consume cerca de la mitad del tiempo de un proyecto (Anaconda,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(jueves 27): estadística descriptiva, con el entorno ya funcionando.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(2001). Data Science: An Action Plan for Expanding the Technical Areas of the Field of Statistics. International Statistical Review, 69(1), 21-26.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Dhar, V. (2013). Data Science and Prediction. Communications of the ACM, 56(12), 64-73.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Donoho, D. (2017). 50 Years of Data Science. Journal of Computational and Graphical Statistics, 26(4), 745-766.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Versión en línea: jakevdp.github.io/PythonDataScienceHandbook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