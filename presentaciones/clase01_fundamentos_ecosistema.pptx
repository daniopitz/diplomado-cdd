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proyecto final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módulo se evalúa con un proyecto aplicado sobre datos reales, que recorre el ciclo completo: pregunta, datos, exploración, análisis y comunicación.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usar datos de su propio trabajo o un conjunto de datos público.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Desde hoy: anote las preguntas de su trabajo que le gustaría responder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pauta se publican en las próximas clases.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Estructurados: tablas con filas y columnas (la EOD, una base de ventas, un registro de sensores). Son el foco de este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estructurados: texto libre, imágenes, audio. Se trabajan en los módulos de machine learning y deep learning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práctica, analizar datos no estructurados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Actividad de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Escriba en el chat una decisión de su trabajo que hoy se toma por intuición y podría tomarse con datos, o un conjunto de datos que su organización acumula y no analiza.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Comentaremos dos o tres: cuál sería la pregunta, qué datos harían falta, qué etapa del ciclo sería la difícil.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Guarde la suya: puede ser el germen de su proyecto final.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