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Fundamentos de la ciencia de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1 · Módulo 1 del diplomado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25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Qué es la ciencia de datos y de dónde viene.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Un caso completo: la Encuesta Origen Destino de Santiago.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El ciclo de vida de un proyecto de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Tipos de datos y tipos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El ecosistema Python: NumPy, Pandas y Matplotlib.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Puesta en marcha del entorno de trabajo.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idea que ordena esta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proyecto de datos empieza en la pregunta, no en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herramientas cambian (hoy Python, hace 20 años planillas), pero la lógica del trabajo con datos se mantiene.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Al final de la clase volveremos sobre esta idea con un caso completo a la vista.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¿Qué es la ciencia de datos?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Definiciones con respaldo y cuatro episodios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definición formal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“Data science is the study of the generalizable extraction of knowledge from data” (Dhar, 2013, CACM).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decir: el estudio de la extracción generalizable de conocimiento a partir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palabra clave es generalizable: lo aprendido en estos datos debe sostenerse más allá de ellos. Ahí viven la inferencia y la predicción, que estructuran la segunda mitad del módulo.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es una definición de la industria: Cleveland (2001) propuso el área como una ampliación técnica de la estadística, y Donoho (2017) la sistematiza como heredera de 50 años de análisis de datos.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componentes, dos objetivos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literatura describe la disciplina en la intersección de tres componentes (Cleveland, 2001; Donoho, 2017):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estadística: qué se puede afirmar y con cuánta confianza,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computación: volúmenes y formatos que el papel no resiste,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conocimiento del dominio: qué pregunta vale la pena y qué respuesta es plausible.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Y dos grandes objetivos, que retomaremos en las clases 5 a 8: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inferencia: entender relaciones (¿los viajes largos se asocian al ingreso?),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predicción: anticipar valores nuevos (¿cuánto demorará este viaje?).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1854: una pregunta antes que una teoría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Londres, brote de cólera en el barrio de Soho: unas 600 muertes en pocas semanas.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teoría dominante culpaba al aire (los miasmas).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médico John Snow preguntó otra cosa: ¿dónde vivían los muertos?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Marcó cada muerte en un mapa: se concentraban alrededor de la bomba de agua de Broad Street.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Los datos, bien preguntados, contradijeron a la teoría dominante: el agua, no el aire.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1962-2017: la estadística se ensancha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Tukey (1962): el análisis de datos es más que probar hipótesis; explorar los datos es trabajo científico serio. De ahí nace el análisis exploratorio de datos (EDA), que veremos en la clase 3.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Cleveland (2001): un plan de acción para ampliar la estadística con la computación; le da al área el nombre “data science”.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Donoho (2017): revisa medio siglo de esa tradición y ordena el campo en actividades que van de la preparación de datos a la presentación de resultados.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nombre es reciente; la práctica lleva décadas madurando.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2008-2012: la industria le pone nombre al cargo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2008, los equipos de datos de LinkedIn y Facebook (DJ Patil y Jeff Hammerbacher) acuñan el cargo “data scientist”.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Davenport y Patil lo popularizan en Harvard Business Review (2012).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¿Qué cambió? Internet: por primera vez las empresas acumulan más datos de los que saben usar.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ciencia de datos pasa de los laboratorios a las decisiones de negocio.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2009-2014: la lección de Google Flu Trends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Google Flu Trends (Ginsberg et al., Nature, 2009): estimar la influenza en tiempo real a partir de las búsquedas en Google.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Al principio funcionó; después falló: llegó a más que duplicar la prevalencia que medía el CDC (Lazer et al., Science, 2014).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modelo confundía correlación con relevancia y nadie revisaba qué medían de verdad las búsquedas.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Más datos no es mejor ciencia: sin pregunta clara ni validación, el volumen solo agranda el error.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nos dejan los cuatro episodios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Snow: la pregunta correcta vale más que la teoría de moda.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Tukey, Cleveland y Donoho: explorar los datos es ciencia, no un trámite previo.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industria: los datos abundan; el criterio para usarlos,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Google Flu Trends: el volumen no reemplaza al método.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Cuatro épocas, una constante: primero la pregunta, después los datos.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Un caso completo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definición, puesta a trabajar: la EOD de Santiago 2012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pregunta: ¿cómo se mueve Santiago?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Planificar el Metro, las ciclovías o los paraderos exige saber cómo viaja la gente: en qué se mueve, cuánto demora, a qué hora.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intuición no basta: quien planifica mirando el tráfico ve autos, no personas.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decisión pública se juega en una pregunta que solo los datos pueden responder.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responderla, el Estado levanta cada cierto tiempo una encuesta de movilidad: la Encuesta Origen Destino (EOD).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la tabla de viajes, tal como llega</a:t>
            </a:r>
          </a:p>
        </p:txBody>
      </p:sp>
      <p:pic>
        <p:nvPicPr>
          <p:cNvPr id="4" name="Picture 3" descr="02_df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963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EOD Santiago 2012: 18.264 hogares, 60.054 personas y 113.591 viajes registrados. Cada fila es un viaje; los códigos se resuelven contra tablas de parámetros.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 primer hallazgo</a:t>
            </a:r>
          </a:p>
        </p:txBody>
      </p:sp>
      <p:pic>
        <p:nvPicPr>
          <p:cNvPr id="4" name="Picture 3" descr="01_reparto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4462" y="1143000"/>
            <a:ext cx="593507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Uno de cada tres viajes en un día laboral es a pie. El tráfico que se ve en la calle no es un buen retrato de cómo se mueve la ciudad.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 detalle que importa: ¿de quién habla este número?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encuesta entrevistó a 60.054 personas, pero Santiago tiene millones de habitantes.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Cada persona encuestada representa a muchas otras: su factor de expansión.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33,9% de caminata está ponderado por esos factores: habla de la ciudad, no solo de los encuestados.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Pregunta guía para todo el módulo: ¿de quién habla este número?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Los factores de expansión se trabajan en detalle en las clases 2 y 3.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 que acabamos de hacer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Partimos de una pregunta concreta: ¿cómo se mueve Santiago?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Buscamos datos capaces de responderla: la EOD 2012.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Los exploramos y encontramos algo que corrige la intuición.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comunicamos con un gráfico y una frase.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Ese recorrido es la definición de Dhar en acto: conocimiento generalizable extraído de los datos.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ciclo de vida de un proyecto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la pregunta a la decisión, y de vuelta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etapas de un proyecto de ciencia de datos</a:t>
            </a:r>
          </a:p>
        </p:txBody>
      </p:sp>
      <p:pic>
        <p:nvPicPr>
          <p:cNvPr id="4" name="Picture 3" descr="03_ciclo_v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73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es una línea de montaje: los hallazgos de una etapa devuelven el proyecto a etapas anteriores.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ciclo, aplicado al caso que acabamos de 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Pregunta: ¿cómo se mueve Santiago?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Obtención: la EOD 2012, publicada por el Observatorio de Transporte.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Limpieza y exploración: resolver códigos contra tablas, aplicar factores de expansión, revisar valores extremos.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Análisis: reparto modal ponderado por modo de transporte.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Comunicación: un gráfico de barras y una frase que corrige la intuición.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20 minutos recorrimos el ciclo completo, en miniatura.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advertencias sobre el ciclo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mayor parte del tiempo se va en obtener, limpiar y entender los datos, no en modelar: conviene planificar con eso en mente.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se recorre varias veces: un hallazgo cambia la pregunta, una limpieza revela problemas nuevos.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etapa más barata de arreglar es la primera: una pregunta mal planteada invalida todo lo que sigue.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proyecto final del módulo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módulo se evalúa con un proyecto aplicado sobre datos reales, que recorre el ciclo completo: pregunta, datos, exploración, análisis y comunicación.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Puede usar datos de su propio trabajo o un conjunto de datos público.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Desde hoy: anote las preguntas de su trabajo que le gustaría responder con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y la pauta se publican en las próximas clases.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Tipos de datos y tipos de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análisis admite cada columna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Datos estructurados y no estructurados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Estructurados: tablas con filas y columnas (la EOD, una base de ventas, un registro de sensores). Son el foco de este módulo.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estructurados: texto libre, imágenes, audio. Se trabajan en los módulos de machine learning y deep learning del diplomado.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Frontera práctica: casi todo análisis termina convirtiendo lo no estructurado en una tabla.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Tipos de variables</a:t>
            </a:r>
          </a:p>
        </p:txBody>
      </p:sp>
      <p:pic>
        <p:nvPicPr>
          <p:cNvPr id="4" name="Picture 3" descr="04_tipos_vari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172" y="1143000"/>
            <a:ext cx="629765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mezcla los cuatro tipos; cada columna se analiza según el suyo.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Cuidado con los números que no son números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tabla de viajes, ComunaOrigen vale 94, 71, 13... pero es una variable nominal: los números son códigos de comuna.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Promediar códigos de comuna no significa nada; contar viajes por comuna, sí.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tipo de la variable define qué resumen y qué gráfico son válidos: es lo primero que se revisa al abrir una tabla.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clase 2 esto se vuelve operativo: cada resumen de la estadística descriptiva aplica a ciertos tipos de variables.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y volvemos con Python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ecosistema Python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NumPy, Pandas y Matplotlib, más Jupyter y uv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las herramientas del módulo</a:t>
            </a:r>
          </a:p>
        </p:txBody>
      </p:sp>
      <p:pic>
        <p:nvPicPr>
          <p:cNvPr id="4" name="Picture 3" descr="05_ecosist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14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Python trae la sintaxis; NumPy, Pandas y Matplotlib traen el trabajo con datos. Jupyter y uv son el entorno donde todo corre.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NumPy: cálculo sobre arreglos completos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numpy as np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 = np.array([70, 105, 90, 25, 40])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tiempos.mean()          # 66.0, sin escribir un ciclo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operación se aplica al arreglo completo (vectorización): menos código y mucho más rápido que iterar en Python puro. Es la base sobre la que se construye todo lo demás.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la tabla como objeto de trabajo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pandas as pd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 = pd.read_csv(URL_VIAJES, sep=";", decimal=",")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viajes.head()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El DataFrame es una tabla con columnas etiquetadas, cada una de su propio tipo. Con esas tres líneas se abre la EOD completa: lo haremos en vivo en el notebook de hoy.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unir tablas con merge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37160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comunas = pd.read_csv(URL_COMUNAS)   # Id,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viajes.merge(comunas, left_on="ComunaOrigen", right_on="Id")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288036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Los códigos de una tabla se traducen uniéndola con su tabla de parámetros: merge empareja filas por una columna común. En el notebook lo usamos para ponerle nombre a comunas y modos de viaje.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Matplotlib: del DataFrame al gráfico</a:t>
            </a:r>
          </a:p>
        </p:txBody>
      </p:sp>
      <p:pic>
        <p:nvPicPr>
          <p:cNvPr id="4" name="Picture 3" descr="06_hist_tiem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310" y="1143000"/>
            <a:ext cx="558737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Este histograma sale de la tabla de viajes con unas seis líneas de código; el notebook de la clase las muestra completas.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Jupyter y uv: el entorno de trabajo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Jupyter: notebooks que mezclan texto, código y resultados; el formato en que trabajaremos todas las clases.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uv: administra Python, los paquetes y sus versiones, para que todo el curso trabaje con el mismo entorno.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Alternativa sin instalar nada: Google Colab ejecuta los mismos notebooks en la nube.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Todo el material queda en el repositorio del módulo: github.com/daniopitz/diplomado-cdd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Puesta en marcha del entorno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init --bare --python 3.12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add numpy pandas matplotlib seaborn scipy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add statsmodels scikit-learn jupyterlab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run jupyter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guía de instalación del repositorio detalla estos pasos por sistema operativo y los problemas frecuentes. Lo hacemos juntos ahora; debe quedar funcionando antes de la clase 2.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Manos al teclado: el notebook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Notebook 01, del repositorio o en Colab: la tabla de viajes de la EOD por URL, con shape, head e info.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Cualitativas: contar con value_counts y traducir códigos con merge (comunas y modos), recalculando el reparto modal en vivo.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Cuantitativas: describe y el histograma de duración; y una discreta, los viajes por persona.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Cruce de ambas: la duración media por comuna, con groupby.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hilo es el de la clase: el tipo de cada variable define qué análisis es válido.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Antes de cerrar: su turno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Escriba en el chat una decisión de su trabajo que hoy se toma por intuición y que podría tomarse con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Comentaremos dos o tres: cuál sería la pregunta, qué datos harían falta, qué etapa del ciclo sería la difícil.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Guarde la suya: puede ser el germen de su proyecto final.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proyecto de datos empieza en la pregunta, no en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ciencia de datos es la extracción generalizable de conocimiento desde los datos (Dhar, 2013), y une estadística, computación y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de vida ordena el trabajo y se recorre más de una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tipo de cada variable define qué análisis es válido.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(jueves 27): estadística descriptiva, con el entorno ya funcionando.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(1962). The Future of Data Analysis. The Annals of Mathematical Statistics, 33(1), 1-67.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Cleveland, W. S. (2001). Data Science: An Action Plan for Expanding the Technical Areas of the Field of Statistics. International Statistical Review, 69(1), 21-26.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Ginsberg, J., Mohebbi, M., Patel, R., Brammer, L., Smolinski, M. y Brilliant, L. (2009). Detecting influenza epidemics using search engine query data. Nature, 457, 1012-1014.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Davenport, T. H. y Patil, D. J. (2012). Data Scientist: The Sexiest Job of the 21st Century. Harvard Business Review, octubre de 2012.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Dhar, V. (2013). Data Science and Prediction. Communications of the ACM, 56(12), 64-73.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Lazer, D., Kennedy, R., King, G. y Vespignani, A. (2014). The Parable of Google Flu: Traps in Big Data Analysis. Science, 343(6176), 1203-1205.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Donoho, D. (2017). 50 Years of Data Science. Journal of Computational and Graphical Statistics, 26(4), 745-766.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Versión en línea: jakevdp.github.io/PythonDataScienceHandbook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