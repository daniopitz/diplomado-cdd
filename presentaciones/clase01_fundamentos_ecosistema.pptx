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950" y="1143000"/>
            <a:ext cx="4432099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83138"/>
            <a:ext cx="7744968" cy="28755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95869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81086"/>
            <a:ext cx="7744968" cy="2623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4188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9" y="1143000"/>
            <a:ext cx="744504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ma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oficial), que se desarrolla en equipos de máximo dos personas.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363" y="1143000"/>
            <a:ext cx="677927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243584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622" y="1143000"/>
            <a:ext cx="694875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144" y="1143000"/>
            <a:ext cx="593171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715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25196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72" y="1143000"/>
            <a:ext cx="6811655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915" y="1143000"/>
            <a:ext cx="535016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