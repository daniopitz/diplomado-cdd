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1 · Introducción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25 de agosto,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Qué es la ciencia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El ciclo de vida de un proyecto de ciencia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Tipos de datos y tipos de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El ecosistema Python: NumPy, Pandas y Matplotlib.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Puesta en marcha del entorno y ejemplo con Pandas.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¿Qué es la ciencia de datos?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Definición, componentes y objetivos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definición formal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“Data science is the study of the generalizable extraction of knowledge from data” (Dhar, 2013, CACM).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 decir: el estudio de la extracción generalizable de conocimiento a partir de los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Generalizable: las conclusiones deben ser válidas fuera de los datos usados para obtenerlas. Este requisito define los dos objetivos del análisis, inferencia y predicción (clases 5 a 8).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Cleveland (2001) propuso el área como una ampliación técnica de la estadística; Donoho (2017) revisa su desarrollo durante los últimos 50 años.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componentes en intersección</a:t>
            </a:r>
          </a:p>
        </p:txBody>
      </p:sp>
      <p:pic>
        <p:nvPicPr>
          <p:cNvPr id="4" name="Picture 3" descr="07_compon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6727" y="1143000"/>
            <a:ext cx="451054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literatura describe la disciplina en la intersección de estadística, computación y conocimiento del dominio (Cleveland, 2001; Donoho, 2017).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objetivos: inferencia y predicción</a:t>
            </a:r>
          </a:p>
        </p:txBody>
      </p:sp>
      <p:pic>
        <p:nvPicPr>
          <p:cNvPr id="4" name="Picture 3" descr="08_inferencia_predic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425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dos grandes objetivos del trabajo con datos; estructuran las clases 5 a 8 del módulo.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El ciclo de vida de un proyecto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Etapas, iteración y planificación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etapas de un proyecto de ciencia de datos</a:t>
            </a:r>
          </a:p>
        </p:txBody>
      </p:sp>
      <p:pic>
        <p:nvPicPr>
          <p:cNvPr id="4" name="Picture 3" descr="03_ciclo_vi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1373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ciclo tiene dos entradas: una necesidad del dominio o datos ya disponibles. Los hallazgos de una etapa pueden devolver el proyecto a etapas anteriores.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advertencias sobre el ciclo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Cargar y limpiar datos consume en promedio el 45% del tiempo de trabajo, más que el modelamiento (Anaconda, 2020; encuesta a 2.360 profesionales).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ciclo se recorre varias veces: un hallazgo cambia la pregunta y una limpieza revela problemas nuevos.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error en la formulación del problema invalida las etapas posteriores; conviene revisarla antes de invertir en el resto.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Evaluación del módulo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Tres actividades, asociadas al proyecto Capstone del diplomado (programa oficial de la asignatura):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Formulación del proyecto y de la innovación propuesta (30%): pauta el ju 27-ago, presentación breve de la idea el ju 03-sep, entrega el lu 07-sep.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Primer análisis exploratorio de datos, en código con NumPy, Pandas y Matplotlib sobre datos del proyecto (40%): pauta el ju 03-sep, entrega el lu 15-sep.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Informe de avance (25%): presentación oral el ma 22-sep e informe escrito el vi 25-sep.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proyecto Capstone parte en este módulo: defina un problema de su contexto profesional abordable con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Calificación mínima de aprobación: 60%. Fechas por confirmar en el aula virtual.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Tipos de datos y tipos de variables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Qué análisis admite cada columna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Datos estructurados y no estructurados</a:t>
            </a:r>
          </a:p>
        </p:txBody>
      </p:sp>
      <p:pic>
        <p:nvPicPr>
          <p:cNvPr id="4" name="Picture 3" descr="09_estructura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849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no estructurados se trabajan en los módulos de machine learning y deep learning; en la práctica, analizarlos suele requerir convertirlos primero en representaciones tabulares o numéricas.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Tipos de variables</a:t>
            </a:r>
          </a:p>
        </p:txBody>
      </p:sp>
      <p:pic>
        <p:nvPicPr>
          <p:cNvPr id="4" name="Picture 3" descr="04_tipos_variab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3172" y="1143000"/>
            <a:ext cx="629765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tabla mezcla los cuatro tipos; cada columna se analiza según el suyo.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Códigos numéricos: variables nominales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encuesta de viajes que exploraremos hoy en el notebook, la columna ComunaOrigen vale 94, 71, 13... pero es una variable nominal: los números son códigos de comuna.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Promediar códigos de comuna no significa nada; contar viajes por comuna, sí.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tipo de la variable define qué resumen y qué gráfico son válidos: es lo primero que se revisa al abrir una tabla.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clase 2 esto se vuelve operativo: cada resumen de la estadística descriptiva aplica a ciertos tipos de variables.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El ecosistema Python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NumPy, Pandas y Matplotlib, más Jupyter y uv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herramientas del módulo</a:t>
            </a:r>
          </a:p>
        </p:txBody>
      </p:sp>
      <p:pic>
        <p:nvPicPr>
          <p:cNvPr id="4" name="Picture 3" descr="05_ecosiste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145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Python trae la sintaxis; NumPy, Pandas y Matplotlib traen el trabajo con datos. Jupyter y uv son el entorno donde todo corre.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NumPy: cálculo sobre arreglos completos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87452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import numpy as np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tiempos = np.array([70, 105, 90, 25, 40])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tiempos.mean()          # 66.0, sin escribir un ciclo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383279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operación se aplica al arreglo completo (vectorización): menos código y mucho más rápido que iterar en Python puro. Es la base sobre la que se construye todo lo demás.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Pandas: la tabla como objeto de trabajo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87452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import pandas as pd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 = pd.read_csv(URL_VIAJES, sep=";", decimal=",")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viajes.head()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383279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El DataFrame es una tabla con columnas etiquetadas, cada una de su propio tipo. Con esas tres líneas se abre la EOD completa: lo haremos en vivo en el notebook de hoy.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Encuesta Origen Destino de Santiago 2012</a:t>
            </a:r>
          </a:p>
        </p:txBody>
      </p:sp>
      <p:pic>
        <p:nvPicPr>
          <p:cNvPr id="4" name="Picture 3" descr="02_df_viaj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29635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EOD Santiago 2012: 18.264 hogares, 60.054 personas y 113.591 viajes registrados. Cada fila es un viaje; los códigos se resuelven contra tablas de parámetros.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Pandas: unir tablas con merge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37160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comunas = pd.read_csv(URL_COMUNAS)   # Id, Comuna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viajes.merge(comunas, left_on="ComunaOrigen", right_on="Id")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288036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Los códigos de una tabla se traducen uniéndola con su tabla de parámetros: merge empareja filas por una columna común. En el notebook lo usamos para ponerle nombre a comunas y modos de viaje.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Matplotlib: del DataFrame al gráfico</a:t>
            </a:r>
          </a:p>
        </p:txBody>
      </p:sp>
      <p:pic>
        <p:nvPicPr>
          <p:cNvPr id="4" name="Picture 3" descr="06_hist_tiem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8310" y="1143000"/>
            <a:ext cx="558737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Este histograma sale de la tabla de viajes con unas seis líneas de código; el notebook de la clase las muestra completas.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Puesta en marcha del entorno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uv init --bare --python 3.12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uv add numpy pandas matplotlib seaborn scipy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uv add statsmodels scikit-learn jupyterlab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uv run jupyter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guía de instalación del repositorio (github.com/daniopitz/diplomado-cdd) detalla estos pasos por sistema operativo y los problemas frecuentes. Lo hacemos juntos ahora; debe quedar funcionando antes de la clase 2. Alternativa sin instalar nada: Google Colab, con los enlaces del repositorio.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Reparto modal de Santiago, EOD 2012</a:t>
            </a:r>
          </a:p>
        </p:txBody>
      </p:sp>
      <p:pic>
        <p:nvPicPr>
          <p:cNvPr id="4" name="Picture 3" descr="01_reparto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4462" y="1143000"/>
            <a:ext cx="593507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Uno de cada tres viajes es a pie. Esta versión está ponderada por factores de expansión, así que habla de la ciudad; en el notebook calcularemos la versión muestral, y la diferencia entre ambas abre las clases 2 y 3.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tipo de cada variable determina qué resúmenes, gráficos y análisis son válidos.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Ciencia de datos: extracción generalizable de conocimiento a partir de los datos (Dhar, 2013); combina estadística, computación y dominio.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ciclo de vida tiene dos entradas (una necesidad del dominio o datos disponibles) y se recorre de forma iterativa.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preparación de datos consume cerca de la mitad del tiempo de un proyecto (Anaconda, 2020).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Próxima clase (jueves 27): estadística descriptiva, con el entorno ya funcionando.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Anaconda (2020). 2020 State of Data Science. Reporte de encuesta (n=2.360). anaconda.com/resources/whitepaper/state-of-data-science-2020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Cleveland, W. S. (2001). Data Science: An Action Plan for Expanding the Technical Areas of the Field of Statistics. International Statistical Review, 69(1), 21-26.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Dhar, V. (2013). Data Science and Prediction. Communications of the ACM, 56(12), 64-73.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Donoho, D. (2017). 50 Years of Data Science. Journal of Computational and Graphical Statistics, 26(4), 745-766.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Versión en línea: jakevdp.github.io/PythonDataScienceHandbook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