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94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94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69748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 con la extensión Jupyter; JupyterLab es la alternativa sin configuración adicional.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8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