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pic>
        <p:nvPicPr>
          <p:cNvPr id="4" name="Picture 3" descr="10_datos_pregu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09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encuesta de viajes de hoy es el caso ideal: se diseñó para estudiar la movilidad. El caso frecuente: los registros de telefonía móvil, generados para operar la red, se usan para estimar matrices de viaje y planificar transporte. Por eso el ciclo dedica tanto trabajo a limpieza y validación.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formas de trabajar en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137160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1 · Google Colab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Los notebooks corren en la nube, sin instalar nada.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abren con los enlaces del README del repositorio.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Requiere una cuenta de Google.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Guarde su copia en una carpeta de su Drive.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143000"/>
            <a:ext cx="39319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731520" cy="731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37760" y="213055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D3557"/>
                </a:solidFill>
                <a:latin typeface="Fira Sans"/>
              </a:rPr>
              <a:t>Opción 2 · Entorno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587752"/>
            <a:ext cx="33832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clona el repositorio del curso desde GitHub y uv sync instala Python y todas las librerías.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Todo el material queda descargado: notebooks, datos y guía.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sz="1250" b="1">
                <a:solidFill>
                  <a:srgbClr val="E0A437"/>
                </a:solidFill>
                <a:latin typeface="Fira Sans"/>
              </a:rPr>
              <a:t>▸ </a:t>
            </a:r>
            <a:r>
              <a:rPr sz="1250" b="0">
                <a:solidFill>
                  <a:srgbClr val="000000"/>
                </a:solidFill>
                <a:latin typeface="Fira Sans"/>
              </a:rPr>
              <a:t>Se trabaja en VS Code (así se dictan las clases) o en JupyterLab.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26280"/>
            <a:ext cx="8138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3333"/>
                </a:solidFill>
                <a:latin typeface="Fira Sans"/>
              </a:rPr>
              <a:t>Ambas opciones usan los mismos notebooks y los mismos datos. Material en github.com/daniopitz/diplomado-cdd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git clone https://github.com/daniopitz/diplomado-cdd.git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cd diplomado-cdd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sync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   # opcional, solo si no usa VS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uv sync instala Python 3.12 y las librerías con las versiones fijadas en el repositorio; git pull trae el material nuevo cada semana (sin git: Code &gt; Download ZIP). En las clases se trabaja en VS Code: basta abrir la carpeta y elegir el kernel de .venv, sin comandos adicionales.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143000"/>
            <a:ext cx="7744968" cy="13258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 algn="l"/>
            <a:r>
              <a:rPr sz="14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pic>
        <p:nvPicPr>
          <p:cNvPr id="5" name="Picture 4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606040"/>
            <a:ext cx="5486400" cy="1996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" y="4590288"/>
            <a:ext cx="774496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esas tres líneas se abre la EOD 2012 completa: 18.264 hogares, 60.054 personas y 113.591 viajes. Cada columna es una variable de su propio tipo.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una encuesta, varias tablas</a:t>
            </a:r>
          </a:p>
        </p:txBody>
      </p:sp>
      <p:pic>
        <p:nvPicPr>
          <p:cNvPr id="4" name="Picture 3" descr="12_eod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tabla tiene su unidad (hogar, persona, viaje) y las llaves las conectan; las tablas de parámetros traducen los códigos. Por eso la operación clave para trabajar con la EOD es merge.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 no es exclusivo de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Varias herramientas usan la misma abstracción de tabla, y Pandas no siempre es la mejor opción cuando los datos crecen: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Polars: DataFrames implementados en Rust, más rápidos y eficientes en memoria.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Apache Spark: DataFrames distribuidos en un clúster, para volúmenes que no caben en una máquina.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Dask: paraleliza la interfaz de Pandas sobre varios núcleos o máquinas.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DuckDB: consultas SQL directas sobre archivos y DataFrames.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este módulo usamos Pandas: es el estándar para el análisis interactivo con datos de tamaño pequeño y mediano, y su interfaz es la referencia que las demás herramientas siguen.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tres gráficos básicos</a:t>
            </a:r>
          </a:p>
        </p:txBody>
      </p:sp>
      <p:pic>
        <p:nvPicPr>
          <p:cNvPr id="4" name="Picture 3" descr="11_tres_graf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8549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gráfico depende del tipo de variable: barras para una cualitativa, histograma para una cuantitativa, dispersión para dos cuantitativas. Los tres salen de la tabla de viajes y se construyen en el notebook.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</a:t>
            </a:r>
          </a:p>
        </p:txBody>
      </p:sp>
      <p:pic>
        <p:nvPicPr>
          <p:cNvPr id="4" name="Picture 3" descr="13_factor_expa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persona encuestada representa a muchas otras; su factor de expansión dice a cuántas. La suma de los factores estima la población completa.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factor de expansión en los cálculos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encuesta entrevista a una muestra: la EOD, a 60.054 personas de los 6,65 millones de habitantes que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factor de expansión de cada persona indica a cuántos habitantes representa; sale del diseño muestral (comuna, sexo, edad).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suma de los factores reproduce la población: en la EOD, Factor_LaboralNormal suma 6.651.735.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resumen tiene dos versiones: muestral (contar filas) y ponderada (sumar factores). ¿De quién habla cada número?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notebook: 52,8% de mujeres en la muestra, 51,5% ponderado.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