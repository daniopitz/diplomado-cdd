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Solo requiere una cuenta de Google.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versiones exactas de las librerías, fijadas en el repositorio; git pull trae el material nuevo cada semana. Sin git: en GitHub, Code &gt; Download ZIP. Lo hacemos juntos ahora; si algo falla, siga la clase en Colab y debe quedar funcionando antes de la clase 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