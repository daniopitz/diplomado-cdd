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Fundamentos de la ciencia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Módulo 1 del diplomado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la ciencia de datos: definiciones y el episodio de Snow.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Puesta en marcha del entorno y práctica con datos reales: la Encuesta Origen Destino de Santiago.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mensaje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proyecto de datos empieza en la pregunta, no en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herramientas cambian (hoy Python, hace 20 años planillas), pero la lógica del trabajo con datos se mantiene.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 final de la clase volveremos sobre esta idea con un caso completo a la vista.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Definición, componentes y objetivos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“Data science is the study of the generalizable extraction of knowledge from data” (Dhar, 2013, CACM).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decir: el estudio de la extracción generalizable de conocimiento a partir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palabra clave es generalizable: lo aprendido en estos datos debe sostenerse más allá de ellos. Ahí viven la inferencia y la predicción, que estructuran la segunda mitad del módulo.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es una definición de la industria: Cleveland (2001) propuso el área como una ampliación técnica de la estadística, y Donoho (2017) la sistematiza como heredera de 50 años de análisis de datos.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componentes en intersección</a:t>
            </a:r>
          </a:p>
        </p:txBody>
      </p:sp>
      <p:pic>
        <p:nvPicPr>
          <p:cNvPr id="4" name="Picture 3" descr="07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727" y="1143000"/>
            <a:ext cx="451054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literatura describe la disciplina en la intersección de estadística, computación y conocimiento del dominio (Cleveland, 2001; Donoho, 2017).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objetivos: inferencia y predicción</a:t>
            </a:r>
          </a:p>
        </p:txBody>
      </p:sp>
      <p:pic>
        <p:nvPicPr>
          <p:cNvPr id="4" name="Picture 3" descr="08_inferencia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42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dos grandes objetivos del trabajo con datos; estructuran las clases 5 a 8 del módulo.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episodio de John Snow (1854)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Londres, brote de cólera en el barrio de Soho: unas 600 muertes en pocas semanas.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teoría dominante culpaba al aire (los miasmas).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médico John Snow preguntó otra cosa: ¿dónde vivían los muertos?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Marcó cada muerte en un mapa: se concentraban alrededor de la bomba de agua de Broad Street (Snow, 1855).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evidencia contradijo la teoría dominante: el agua, no el aire.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partió de una pregunta concreta, no de la teoría disponible.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Etapas, iteración y planificación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es una línea de montaje: los hallazgos de una etapa devuelven el proyecto a etapas anteriores.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ciclo, aplicado al episodio de Snow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Pregunta: ¿dónde vivían los muertos del brote?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Obtención: los registros de defunciones del barrio, casa por casa.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Exploración: cada muerte marcada sobre el mapa de Soho.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Análisis: la concentración alrededor de la bomba de Broad Street.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Comunicación y decisión: el informe a las autoridades y el retiro de la palanca de la bomba.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mismo recorrido que haremos hoy con datos de Santiago, en el notebook.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mayor parte del tiempo se va en obtener, limpiar y entender los datos, no en modelar: conviene planificar con eso en mente.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pregunta,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etapa más barata de arreglar es la primera: una pregunta mal planteada invalida todo lo que sigue.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proyecto final del módulo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módulo se evalúa con un proyecto aplicado sobre datos reales, que recorre el ciclo completo: pregunta, datos, exploración, análisis y comunicación.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Puede usar datos de su propio trabajo o un conjunto de datos público.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Desde hoy: anote las preguntas de su trabajo que le gustaría responder con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pauta se publican en las próximas clases.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Estructurados: tablas con filas y columnas (la EOD, una base de ventas, un registro de sensores). Son el foco de este módulo.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estructurados: texto libre, imágenes, audio. Se trabajan en los módulos de machine learning y deep learning del diplomado.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Frontera práctica: casi todo análisis termina convirtiendo lo no estructurado en una tabla.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Códigos numéricos: variables nominales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encuesta de viajes que exploraremos hoy en el notebook, la columna ComunaOrigen vale 94, 71, 13... pero es una variable nominal: los números son códigos de comuna.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Promediar códigos de comuna no significa nada; contar viajes por comuna, sí.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la variable define qué resumen y qué gráfico son válidos: es lo primero que se revisa al abrir una tabla.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clase 2 esto se vuelve operativo: cada resumen de la estadística descriptiva aplica a ciertos tipos de variables.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DataFrame es una tabla con columnas etiquetadas, cada una de su propio tipo. Con esas tres líneas se abre la EOD completa: lo haremos en vivo en el notebook de hoy.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Encuesta Origen Destino de Santiago 2012</a:t>
            </a:r>
          </a:p>
        </p:txBody>
      </p:sp>
      <p:pic>
        <p:nvPicPr>
          <p:cNvPr id="4" name="Picture 3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963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EOD Santiago 2012: 18.264 hogares, 60.054 personas y 113.591 viajes registrados. Cada fila es un viaje; los códigos se resuelven contra tablas de parámetros.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unir tablas con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comunas = pd.read_csv(URL_COMUNAS)   # Id,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viajes.merge(comunas, left_on="ComunaOrigen", right_on="Id")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códigos de una tabla se traducen uniéndola con su tabla de parámetros: merge empareja filas por una columna común. En el notebook lo usamos para ponerle nombre a comunas y modos de viaje.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del DataFrame al gráfico</a:t>
            </a:r>
          </a:p>
        </p:txBody>
      </p:sp>
      <p:pic>
        <p:nvPicPr>
          <p:cNvPr id="4" name="Picture 3" descr="06_hist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310" y="1143000"/>
            <a:ext cx="558737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Este histograma sale de la tabla de viajes con unas seis líneas de código; el notebook de la clase las muestra completas.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Jupyter y uv: el entorno de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Jupyter: notebooks que mezclan texto, código y resultados; el formato en que trabajaremos todas las clases.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uv: administra Python, los paquetes y sus versiones, para que todo el curso trabaje con el mismo entorno.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Alternativa sin instalar nada: Google Colab ejecuta los mismos notebooks en la nube.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Todo el material queda en el repositorio del módulo: github.com/daniopitz/diplomado-cdd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init --bare --python 3.12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numpy pandas matplotlib seaborn scipy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statsmodels scikit-learn jupyterlab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guía de instalación del repositorio detalla estos pasos por sistema operativo y los problemas frecuentes. Lo hacemos juntos ahora; debe quedar funcionando antes de la clase 2.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Reparto modal de Santiago, EOD 2012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462" y="1143000"/>
            <a:ext cx="59350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es a pie. Esta versión está ponderada por factores de expansión, así que habla de la ciudad; en el notebook calcularemos la versión muestral, y la diferencia entre ambas abre las clases 2 y 3.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notebook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Notebook 01, del repositorio o en Colab: la tabla de viajes de la EOD por URL, con shape, head e info.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Cualitativas: contar con value_counts y traducir códigos con merge (comunas y modos), recalculando el reparto modal en vivo.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Cuantitativas: describe y el histograma de duración; y una discreta, los viajes por persona.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Cruce de ambas: la duración media por comuna, con groupby.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hilo es el de la clase: el tipo de cada variable define qué análisis es válido.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Actividad de 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Escriba en el chat una decisión de su trabajo que hoy se toma por intuición y que podría tomarse con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Comentaremos dos o tres: cuál sería la pregunta, qué datos harían falta, qué etapa del ciclo sería la difícil.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Guarde la suya: puede ser el germen de su proyecto final.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proyecto de datos empieza en la pregunta, no en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ciencia de datos es la extracción generalizable de conocimiento desde los datos (Dhar, 2013), y une estadística, computación y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ordena el trabajo y se recorre más de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de cada variable define qué análisis es válido.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Snow, J. (1855). On the Mode of Communication of Cholera (2ª edición). Londres: John Churchill.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(2001). Data Science: An Action Plan for Expanding the Technical Areas of the Field of Statistics. International Statistical Review, 69(1), 21-26.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Dhar, V. (2013). Data Science and Prediction. Communications of the ACM, 56(12), 64-73.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Donoho, D. (2017). 50 Years of Data Science. Journal of Computational and Graphical Statistics, 26(4), 745-766.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Versión en línea: jakevdp.github.io/PythonDataScienceHandbook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