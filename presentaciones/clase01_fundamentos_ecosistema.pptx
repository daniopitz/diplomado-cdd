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 caso para partir: la Encuesta Origen Destino de Santiago.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la ciencia de datos y de dónde viene.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Puesta en marcha del entorno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que ordena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Un caso para partir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Encuesta Origen Destino de Santiago 2012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pregunta: ¿cómo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Planificar el Metro, las ciclovías o los paraderos exige saber cómo viaja la gente: en qué se mueve, cuánto demora, a qué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intuición no basta: quien planifica mirando el tráfico ve autos, no personas.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decisión pública se juega en una pregunta que solo los datos pueden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responderla, el Estado levanta cada cierto tiempo una encuesta de movilidad: la Encuesta Origen Destino (EOD).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la tabla de viajes, tal como llega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primer hallazgo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83" y="1143000"/>
            <a:ext cx="57078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en un día laboral es a pie. El tráfico que se ve en la calle no es un buen retrato de cómo se mueve la ciudad.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detalle que importa: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encuesta entrevistó a 60.054 personas, pero Santiago tiene millones de habitantes.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persona encuestada representa a muchas otras: su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33,9% de caminata está ponderado por esos factores: habla de la ciudad, no solo de los encuestados.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Pregunta guía para todo el módulo: ¿de quién habla este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factores de expansión se trabajan en detalle en las clases 2 y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acabamos de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Partimos de una pregunta concreta: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Buscamos datos capaces de responderla: la EOD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exploramos y encontramos algo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comunicamos con un gráfico y una frase.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Ese recorrido, hecho con cuidado y método, es la ciencia de datos.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definición y cuatro episodios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Ciencia de datos: extraer conocimiento útil de los datos, combinando estadística, computación y conocimiento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estadística aporta el rigor: qué se puede afirmar y con cuánta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computación aporta la escala: volúmenes y formatos que el papel no resiste.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dominio aporta el sentido: qué pregunta vale la pena y qué respuesta es plausible.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grandes objetivos, que retomaremos en el módulo: inferencia (entender relaciones) y predicción (anticipar valores nuevos).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1854: una pregunta antes que una 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Los datos, bien preguntados, contradijeron a la teoría dominante: el agua, no el 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1962-2001: la estadística se ensancha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John Tukey, “The Future of Data Analysis” (1962): el análisis de datos es más que probar hipótesis; explorar los datos es trabajo científico serio.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ahí nace el análisis exploratorio de datos (EDA), que veremos en la clase 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William Cleveland, “Data Science: An Action Plan” (2001): propone ampliar la estadística con la computación y llama a esa área “data science”.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nombre es reciente; la práctica lleva décadas madurando.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2008-2012: la industria le pone nombre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2008, los equipos de datos de LinkedIn y Facebook (DJ Patil y Jeff Hammerbacher) acuñan el cargo “data scientist”.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Davenport y Patil lo popularizan en Harvard Business Review (2012).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¿Qué cambió? Internet: por primera vez las empresas acumulan más datos de los que saben usar.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pasa de los laboratorios a las decisiones de negocio.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2009-2014: la lección de Google Flu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 (Ginsberg et al., Nature, 2009): estimar la influenza en tiempo real a partir de las búsquedas en Google.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principio funcionó; después falló: llegó a más que duplicar la prevalencia que medía el CDC (Lazer et al., Science, 2014).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confundía correlación con relevancia y nadie revisaba qué medían de verdad las búsquedas.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Más datos no es mejor ciencia: sin pregunta clara ni validación, el volumen solo agranda el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nos dejan los cuatro episodios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Snow: la pregunta correcta vale más que la teoría de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 y Cleveland: explorar los datos es ciencia,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industria: los datos abundan; el criterio para usarlos,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Trends: el volumen no reemplaza al método.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Cuatro épocas, una constante: primero la pregunta, después los datos.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la pregunta a la decisión, y de vuelta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caso que abrió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la EOD 2012, publicada por el Observatorio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Limpieza y exploración: resolver códigos contra tablas, aplicar factores de expansión, revisar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reparto modal ponderado por modo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Comunicación: un gráfico de barras y una frase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20 minutos recorrimos el ciclo completo, en miniatura.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Cuidado con los números que no son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tabla de viajes,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y volvemos con Python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Manos al teclado: el notebook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Notebook 01, del repositorio o en Colab: la tabla de viajes de la EOD por URL, con shape, head e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Cualitativas: contar con value_counts y traducir códigos con merge (comunas y modos), recalculando el reparto modal en vivo.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Cuantitativas: describe y el histograma de duración; y una discreta, los viajes por persona.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Cruce de ambas: la duración media por comuna, con groupby.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hilo es el de la clase: el tipo de cada variable define qué análisis es válido.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cerrar: su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une estadística, computación y dominio; el nombre es nuevo, el método lleva más de un siglo madurando.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