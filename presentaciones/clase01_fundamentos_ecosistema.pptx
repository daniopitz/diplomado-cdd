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una encuesta, varias tablas</a:t>
            </a:r>
          </a:p>
        </p:txBody>
      </p:sp>
      <p:pic>
        <p:nvPicPr>
          <p:cNvPr id="4" name="Picture 3" descr="12_eod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tabla tiene su unidad (hogar, persona, viaje) y las llaves las conectan; las tablas de parámetros traducen los códigos. Por eso la operación clave para trabajar con la EOD es merge.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8503920" cy="2715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2519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pic>
        <p:nvPicPr>
          <p:cNvPr id="4" name="Picture 3" descr="13_factor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persona encuestada representa a muchas otras; su factor de expansión dice a cuántas. La suma de los factores estima la población completa.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 en los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