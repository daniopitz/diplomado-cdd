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bootstrap y cuándo la fórmula?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fórmula (y su t): medias y coeficientes de una regresión bien planteada, con errores independientes y varianza pareja. Es exacta, instantánea y viene en el summary.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no hay fórmula para ese estadístico: una mediana, un percentil, una razón, un R², la métrica de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los supuestos fallan: colas largas con pocos datos, varianza que cambia, un estimador que no es un promedio. No supone campana: lee el histograma.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Ninguno arregla una muestra sesgada ni filas dependientes. Si se pueden hacer los dos, hacerlos: si coinciden, la fórmula está bien.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del std err resume todos los residuos en un solo número, s: EE(b) = s / √Σ(x − x̄)². Si la dispersión crece con x, ningún s la describe y el std err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normales, con pocos datos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supuesto: los residuos siguen una normal, no las variables. Con 45 comunas hay que mirarlo, en el histograma de residuos y en los atípicos. Con 18 mil hogares deja de importar: los residuos no son normales y la pendiente igual se reparte como una normal, por el teorema central del límite.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