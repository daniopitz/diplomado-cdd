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cada fila aporta información propia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7570"/>
            <a:ext cx="7744968" cy="27946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937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50 de las 100 personas encuestadas son parejas de la misma casa, hay 100 filas pero 50 informaciones, y el modelo cuenta 100. El efecto se ve al repetir una tabla: el error estándar baja de 2,02 a 1,41 sin información nueva. Con filas que se repiten, sale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residuos normales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supuestos sobre los residuos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