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bootstrap para las pendientes.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Student, en corto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 mide la distancia entre b y el cero en errores estándar: −2,39. Si σ se conociera, esa unidad sería exacta y valdría la normal: ±1,96.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Analogía: medir con una regla fabricada con los mismos 45 puntos. La regla (el EE, calculado con s) puede haber salido un poco corta o larga.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 de Student es la normal con un margen extra por esa regla imperfecta: ±2,02 con 45 comunas, ±2,57 con 6 puntos, ±1,96 con miles. Cuantos más datos, mejor la regla.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práctica statsmodels la usa sola: lo único que cambia es el 2,02 en vez de 1,96 y un valor p un poco mayor. No hace falta más.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qué es y de dónde sale</a:t>
            </a:r>
          </a:p>
        </p:txBody>
      </p:sp>
      <p:pic>
        <p:nvPicPr>
          <p:cNvPr id="4" name="Picture 3" descr="c5_43_p_permut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247" y="1143000"/>
            <a:ext cx="59295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Fabricamos el mundo donde la pendiente real es 0: barajamos el ingreso entre las comunas, así ninguna relación puede ser real, ajustamos la recta y miramos su t. En 2.000 barajadas, un t tan lejos de 0 como el nuestro aparece el 2% de las veces: ese es p. La curva es la fórmula, sin barajar.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reportar intervalos, no solo valores 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