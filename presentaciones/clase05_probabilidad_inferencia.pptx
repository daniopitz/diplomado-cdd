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pregunta: si H0 fuera cierta, ¿qué tan raro sería que una muestra de comunas diera, solo por azar, una pendiente tan lejos de 0 como la nuestra?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prueba, paso a paso</a:t>
            </a:r>
          </a:p>
        </p:txBody>
      </p:sp>
      <p:pic>
        <p:nvPicPr>
          <p:cNvPr id="4" name="Picture 3" descr="c5_48_logica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0593"/>
            <a:ext cx="7744968" cy="2944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238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Ojo con la lectura: p es la probabilidad de los datos si H0 fuera cierta, no la probabilidad de que H0 sea cierta. p = 0,021 no dice que haya un 2% de probabilidad de que la pendiente real sea 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9336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671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del std err usa un solo número para todos los residuos, s: EE(b) = s / √Σ(x − x̄)².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no se vuelven normales con más datos: tienen la forma que les dan los datos. Lo que se vuelve normal es la pendiente. Por eso el supuesto solo hace falta con pocos datos; con muchos, deja de necesitarse, no de cumplirse.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