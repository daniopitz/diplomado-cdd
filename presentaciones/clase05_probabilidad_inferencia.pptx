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La trampa de las comparaciones múltiples.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 de Student, en corto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 mide la distancia entre b y el cero en errores estándar: −2,39. Si σ se conociera, esa unidad sería exacta y valdría la normal: ±1,96.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Analogía: medir con una regla fabricada con los mismos 45 puntos. La regla (el EE, calculado con s) puede haber salido un poco corta o larga.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t de Student es la normal con un margen extra por esa regla imperfecta: ±2,02 con 45 comunas, ±2,57 con 6 puntos, ±1,96 con miles. Cuantos más datos, mejor la regla.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práctica statsmodels la usa sola: lo único que cambia es el 2,02 en vez de 1,96 y un valor p un poco mayor. No hace falta más.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58" y="1143000"/>
            <a:ext cx="729748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 con 43 grados de libertad, centrada en 0: lo que produciría el azar si la pendiente real fuera 0.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ruido, una significativa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4969"/>
            <a:ext cx="7744968" cy="2739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197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Inventamos 20 columnas de números al azar y probamos cada una como si explicara la duración por comuna. Una sale con p &lt; 0,05 y parece un hallazgo: con 20 pruebas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7.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columnas: z es el t cuando la referencia es la normal en vez de la t de Student (con n grande, lo mismo), y P&gt;|z| su valor p. Letra chica: el error estándar es minúsculo porque freq_weights cuenta cada hogar tantas veces como su factor; los coeficientes están bien, ese z no.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