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Probabilidad: variables aleatorias y distribuciones.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Inferencia: muestra y población, la distribución muestral y el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Intervalos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Prueba de hipótesis y valor p: la pregunta pendiente.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Bootstrap, y regresión logística: clasificar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Estadística descriptiva, clases 2 a 4: resume y grafica la tabla que tenemos. Sus números hablan solo de esas filas, no de los viajes que nadie encuestó.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Inferencia estadística: usa esos mismos datos para hablar de la población de la que salieron, y dice cuánta incertidumbre trae esa afirmación.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dos preguntas: ¿cuánto vale? (estimación, con un intervalo) y ¿es real o azar? (prueba de hipótesis, con un valor p).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probabilidad es el lenguaje de esa incertidumbre; por eso va primero.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aparece la normal</a:t>
            </a:r>
          </a:p>
        </p:txBody>
      </p:sp>
      <p:pic>
        <p:nvPicPr>
          <p:cNvPr id="4" name="Picture 3" descr="c5_19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56104"/>
            <a:ext cx="7744968" cy="23284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porque los datos sean normales (la duración no lo es), sino porque los promedios lo son: al repetir la muestra, la media y la pendiente se reparten como una campana alrededor del valor real. De esa campana sale el 1,96 que construye el intervalo y el valor 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Probabilidad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lenguaje de la incertidumbre: variables aleatorias y distribuciones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678" y="1143000"/>
            <a:ext cx="67466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8850"/>
            <a:ext cx="7744968" cy="25629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¿Es normal la duración? En minutos no;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3171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distribución para contar: la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43" y="1143000"/>
            <a:ext cx="721471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número de éxitos en n intentos independientes con probabilidad p: cuántos viajes en auto entre 20 tomados al azar. Otra distribución con nombre y fórmula.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Muestra y población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Una muestra es una de muchas posibles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1281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4" y="1143000"/>
            <a:ext cx="709803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estándar es el error estándar: cuánto se mueve la media de una muestra a otra.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 de la media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19678"/>
            <a:ext cx="7744968" cy="22013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calcula desde una sola muestra, sin ver la población. Para reducirlo a la mitad hay que cuadruplicar la muestra.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14213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Intervalos de confianza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3845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2487"/>
            <a:ext cx="7744968" cy="2635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86" y="1143000"/>
            <a:ext cx="70236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Prueba de hipótesis y valor p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pendiente: ¿la pendiente es real o azar?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Esa probabilidad es el valor p. Convención: si p &lt; 0,05, se rechaza H0 y el efecto se declara significativo.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estadístico que lo mide: t = coeficiente / error estándar, a cuántos errores estándar del cero está la pendiente.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7565"/>
            <a:ext cx="7744968" cy="25455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pendiente −4,81 con error estándar 2,02: t = −2,39. Si la real fuera 0, un t así de lejos ocurre el 2,1% de las veces: p = 0,021. El intervalo [−8,9; −0,75] no incluye el 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678" y="1143000"/>
            <a:ext cx="74266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45 puntos se usa la distribución t (una normal algo más ancha, por estimar σ con s).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supone la regresión para inferir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que las variables sean normales. Los t y p del summary suponen residuos independientes, con la misma varianza y, con n chico, normales.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n grande el TCL hace el trabajo: un coeficiente es un promedio ponderado de los y, y los promedios se vuelven normales.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sí daña la inferencia: colas largas y atípicos, que inflan el error estándar. El log de la clase 4 también ayuda aquí.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45 comunas los supuestos pesan; con 113 mil viajes, casi nada.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Bootstrap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misma respuesta, sin fórmulas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  # 45 comunas,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45 comunas con reemplazo imita el azar del muestreo: algunas se repiten, otras quedan fuera. La distribución de las 2.000 pendientes dice cuánto se mueve la nuestra.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pendiente, remuestreada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4" y="1143000"/>
            <a:ext cx="709803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intervalo bootstrap se parece al de statsmodels y casi ninguna remuestra llega al 0: la misma conclusión por un camino que solo usa el computador. Sirve para cualquier estadístico.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hogares tienen auto?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un sí o no (tiene auto)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992" y="1143000"/>
            <a:ext cx="67260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2245"/>
            <a:ext cx="7744968" cy="2916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506" y="1143000"/>
            <a:ext cx="705898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392" y="1143000"/>
            <a:ext cx="76252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muestra es una de muchas: todo número calculado se movería con otra muestra, y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teorema central del límite: los promedios se distribuyen normal, aunque los datos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convierte el error estándar en un rango que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responde: si el efecto real fuera cero, ¿qué tan raro sería lo observado? Con p &lt; 0,05, la pendiente de −4,8 es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 sí o no, la regresión logística: la recta dentro de una sigmoide; clasificar es cortar en 0,5 y comparar con la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