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entra directo en el EDA: intervalos de confianza y bootstrap para las pendientes.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Otro modelo, el mismo lector: regresión logística para un sí o no.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6373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7660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327"/>
            <a:ext cx="7744968" cy="2567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56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Desviación estándar y error estándar</a:t>
            </a:r>
          </a:p>
        </p:txBody>
      </p:sp>
      <p:pic>
        <p:nvPicPr>
          <p:cNvPr id="4" name="Picture 3" descr="c5_33_desviacion_vs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15" y="1143000"/>
            <a:ext cx="74323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desviación estándar σ describe los datos: cuánto varía la duración de un viaje a otro. El error estándar EE(x̄) = σ/√n describe el estimador: cuánto varía la media de una muestra a otra. Es la desviación estándar de la distribución muestral; por eso es más chico, y baja con 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181" y="1143000"/>
            <a:ext cx="603363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76204"/>
            <a:ext cx="7744968" cy="2433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677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9527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974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la pendiente de la recta duración = a + b · ingreso, b = −4,8 minutos por millón, con 45 comunas (el coef del ingreso en el summary). Otra muestra de comunas daría otra b. ¿Cuánto se mueve?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bootstrap</a:t>
            </a:r>
          </a:p>
        </p:txBody>
      </p:sp>
      <p:pic>
        <p:nvPicPr>
          <p:cNvPr id="4" name="Picture 3" descr="c5_39_que_e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muestra, así que la muestra hace de población: se sacan de ella muestras nuevas de 45, con reemplazo, y se mira cuánto cambia la pendiente entre ellas. Sin reemplazo no serviría: 45 de 45 son siempre las mismas 45.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remuestra: los mismos 45 puntos</a:t>
            </a:r>
          </a:p>
        </p:txBody>
      </p:sp>
      <p:pic>
        <p:nvPicPr>
          <p:cNvPr id="4" name="Picture 3" descr="c5_35_una_remues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884" y="1143000"/>
            <a:ext cx="673023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remuestra anterior, sobre el gráfico: las comunas que no salieron quedan vacías, las que salieron varias veces pesan más, y la recta de esta remuestra tiene otra pendiente que la observada.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recta, otra pendiente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6139"/>
            <a:ext cx="7744968" cy="257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90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da una recta y cada recta una pendiente: 30 rectas, 30 pendientes. Las 30 son solo para ver la idea; para ver la forma completa hacen falta más, y la siguiente slide dice cuántas y por qué.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3 comunas, 10 remuestras posibles; con 45, 5 × 10²⁵</a:t>
            </a:r>
          </a:p>
        </p:txBody>
      </p:sp>
      <p:pic>
        <p:nvPicPr>
          <p:cNvPr id="4" name="Picture 3" descr="c5_37_tres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3443"/>
            <a:ext cx="7744968" cy="268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3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es un conjunto distinto de puntos, con repeticiones, y cada conjunto da su recta. Con 45 comunas las combinaciones son 5 × 10²⁵: las 30 rectas y las 2.000 son combinaciones distintas elegidas al azar. Lo que se repite es el procedimiento, no el ajuste.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¿Por qué 2.000 remuestras, y no 30?</a:t>
            </a:r>
          </a:p>
        </p:txBody>
      </p:sp>
      <p:pic>
        <p:nvPicPr>
          <p:cNvPr id="4" name="Picture 3" descr="c5_36_por_que_2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6719"/>
            <a:ext cx="7744968" cy="25563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022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30 el histograma es tosco y el error estándar todavía se mueve; desde unas 2.000 deja de cambiar. Y no se repite ningún ajuste: de 5 × 10²⁵ remuestras posibles, las 2.000 sacadas son todas distintas.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#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94" y="1143000"/>
            <a:ext cx="661081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bootstrap: los percentiles 2,5 y 97,5</a:t>
            </a:r>
          </a:p>
        </p:txBody>
      </p:sp>
      <p:pic>
        <p:nvPicPr>
          <p:cNvPr id="4" name="Picture 3" descr="c5_40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07" y="1143000"/>
            <a:ext cx="646558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Ordenar las 2.000 pendientes: la número 50 desde abajo es el percentil 2,5 y la número 50 desde arriba, el 97,5. Entre ambas queda el 95% central de las remuestras, y ese es el intervalo. No supone forma de campana: lo lee directo del histograma.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0443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86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std err: la fórmula</a:t>
            </a:r>
          </a:p>
        </p:txBody>
      </p:sp>
      <p:pic>
        <p:nvPicPr>
          <p:cNvPr id="4" name="Picture 3" descr="c5_32_formula_e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919" y="1143000"/>
            <a:ext cx="676616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decisión de la etapa 2, ahora para la recta: s reemplaza a σ. La pendiente se mueve menos si las comunas están cerca de la recta (s chico) y si los ingresos están bien desplegados (la suma grande).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 de las comunas, con y sin bootstrap</a:t>
            </a:r>
          </a:p>
        </p:txBody>
      </p:sp>
      <p:pic>
        <p:nvPicPr>
          <p:cNvPr id="4" name="Picture 3" descr="c5_34_tabla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723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922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caminos al mismo número, con la misma muestra de 45 comunas: se parecen, y ningún intervalo incluye el 0. La fórmula es instantánea, pero existe solo para algunos estadísticos y supone cosas sobre los residuos.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EE(b), a cuántos errores estándar del cero está la pendiente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 de Student, en corto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 mide la distancia entre b y el cero en errores estándar: −2,39. Si σ se conociera, esa unidad sería exacta y valdría la normal: ±1,96.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Analogía: medir con una regla fabricada con los mismos 45 puntos. La regla (el EE, calculado con s) puede haber salido un poco corta o larga.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t de Student es la normal con un margen extra por esa regla imperfecta: ±2,02 con 45 comunas, ±2,57 con 6 puntos, ±1,96 con miles. Cuantos más datos, mejor la regla.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práctica statsmodels la usa sola: lo único que cambia es el 2,02 en vez de 1,96 y un valor p un poco mayor. No hace falta más.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p, a mano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b, ee = modelo.params["ingreso"], modelo.bse["ingreso"]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 = b / ee                                 # -2.39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Dos colas de la t con n - 2 grados de libertad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 = 2 * (1 - stats.t.cdf(abs(t), df=43))   # 0.021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 que statsmodels imprime sale de esta cuenta: el coeficiente en unidades de su error estándar, y el área que deja en las colas.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respuesta, y su letra chica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de −4,8 no parece azar: p = 0,021 y el intervalo [−8,9; −0,75] no incluye el 0. Rechazamos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Pero el valor p depende del efecto y del tamaño de la muestra: la motorización (18 mil hogares) tiene t = 80 y p prácticamente 0; las comunas, con 45 puntos, apenas cruzan el umbral.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importante: el tamaño del efecto lo dice el coeficiente;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pequeño: seguimos reportando asociación.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Intervalo y valor p dicen lo mismo</a:t>
            </a:r>
          </a:p>
        </p:txBody>
      </p:sp>
      <p:pic>
        <p:nvPicPr>
          <p:cNvPr id="4" name="Picture 3" descr="c5_27_ic_y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204" y="1143000"/>
            <a:ext cx="768759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el intervalo no incluya el 0 y que p sea menor que 0,05 es la misma afirmación: b está a más de 2,02 errores estándar del 0. El intervalo además muestra el tamaño y la precisión del efecto; por eso se prefiere.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1: residuos independientes</a:t>
            </a:r>
          </a:p>
        </p:txBody>
      </p:sp>
      <p:pic>
        <p:nvPicPr>
          <p:cNvPr id="4" name="Picture 3" descr="c5_20_indep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72212"/>
            <a:ext cx="7744968" cy="27853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473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residuo de un viaje no debería decir nada del residuo de otro. En la EOD la vuelta se parece a la ida: statsmodels cuenta 102 mil viajes independientes cuando hay menos información, y el error estándar queda demasiado chico.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2: la misma varianza en todo el rango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la dispersión de los residuos crece con x, el error estándar queda mal calculado. Otra razón del log de la clase 4.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3: la normalidad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8462"/>
            <a:ext cx="7744968" cy="25528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848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se supone que las variables sean normales. Con n chico, como las 45 comunas, se supone que los residuos lo son; con n grande el TCL hace el trabajo, porque un coeficiente es un promedio ponderado de los y. Lo que daña son las colas largas y los atípicos.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6. Otro modelo, el mismo lector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¿Qué hogares tienen auto? Explicar un sí o no con el ingreso del hogar: la regresión logística, y con ella, clasificar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de un sí o no: Bernoulli y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5092"/>
            <a:ext cx="7744968" cy="3055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5788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Tener auto es un sí o no con probabilidad p: una Bernoulli. Contar los síes en n intentos da la binomial, y cada barra sale de su fórmula. La logística modela esa p según el ingreso.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no sirve para un sí o no</a:t>
            </a:r>
          </a:p>
        </p:txBody>
      </p:sp>
      <p:pic>
        <p:nvPicPr>
          <p:cNvPr id="4" name="Picture 3" descr="c5_15_recta_vs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479" y="1143000"/>
            <a:ext cx="660904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Sobre un 0/1, la recta predice 1,39 a los 5 millones y valores negativos abajo: no respeta que la respuesta vive entre 0 y 1. La logística pasa la recta por una S y queda siempre en el rango.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5_16_formula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910"/>
            <a:ext cx="7744968" cy="26999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006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a + b·x, pero dentro de la sigmoide. La respuesta es una Bernoulli (la binomial con n = 1) cuya probabilidad depende de x.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logistica = sm.GLM(h["tiene_auto"], sm.add_constant(ingreso),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family=sm.families.Binomial(),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freq_weights=h["Factor"]).fit()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np.exp(logistica.params["IngresoHogar"])   # 8.9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GLM con familia binomial, ponderado con el factor. Lectura multiplicativa, como el log de la clase 4: cada millón multiplica las chances de tener auto por 8,9.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5_28_summary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8476"/>
            <a:ext cx="7744968" cy="19528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7846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columnas: z es el t cuando la referencia es la normal en vez de la t de Student (con n grande, lo mismo), y P&gt;|z| su valor p. Letra chica: el error estándar es minúsculo porque freq_weights cuenta cada hogar tantas veces como su factor; los coeficientes están bien, ese z no.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5_17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340" y="1143000"/>
            <a:ext cx="636331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Predecir "tiene auto" cuando P supera 0,5 (desde 0,86 millones). Acierta el 70%, contra el 61% de decir siempre "no": la comparación con la base es obligatoria. Dónde se equivoca lo dice la matriz de confusión (un crosstab).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número que sale de una muestra se mueve de muestra en muestra; el error estándar mide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Primer uso: el intervalo, estimación ± 2 EE, atrapa el valor real el 95% de las veces.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Segundo uso: la prueba, t = b / EE y el valor p. La pendiente de −4,8: p = 0,021, real.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bootstrap da lo mismo remuestreando, sin fórmulas; la logística usa el mismo summary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el EDA del lunes 15: reportar intervalos, no solo valores p.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lineal en profundidad: supuestos, diagnósticos con los residuos y evaluación fuera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