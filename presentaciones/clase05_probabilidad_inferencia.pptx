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86" y="1143000"/>
            <a:ext cx="683482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de las 45 comunas dan s, que reemplaza a σ, la desviación de los errores alrededor de la recta verdadera, que no se conoce: la misma decisión de la etapa 2, ahora para la recta. El resultado es el 2,02 del summary.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