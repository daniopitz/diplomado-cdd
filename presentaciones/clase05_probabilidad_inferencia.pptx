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 de Student</a:t>
            </a:r>
          </a:p>
        </p:txBody>
      </p:sp>
      <p:pic>
        <p:nvPicPr>
          <p:cNvPr id="4" name="Picture 3" descr="c5_26_t_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629" y="1143000"/>
            <a:ext cx="669474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estándar de b se calculó con s, la desviación de los residuos de las 45 comunas, en lugar de σ, la de los errores reales. Con pocos puntos esa estimación agrega incertidumbre: t sigue una normal algo más ancha, con n − 2 grados de libertad. Con 45 comunas el 1,96 se vuelve 2,02.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58" y="1143000"/>
            <a:ext cx="729748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 con 43 grados de libertad, centrada en 0: lo que produciría el azar si la pendiente real fuera 0.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127" y="1143000"/>
            <a:ext cx="687374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7.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