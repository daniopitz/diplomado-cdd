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¿La duración media del viaje baja con el ingreso de la comuna? La pendiente, 4,8 minutos menos por millón de pesos de ingreso medio, no parece azar: p = 0,021 y el intervalo [−8,9; −0,75] no incluye el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45 comunas apenas cruza el umbral: el valor p depende del tamaño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