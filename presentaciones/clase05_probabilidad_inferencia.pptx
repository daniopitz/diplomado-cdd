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7543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2543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−4,8 minutos por millón, con 45 comunas. Otra muestra de comunas daría otra pendiente.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5009"/>
            <a:ext cx="7744968" cy="26397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2193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las remuestras salen de los mismos 45 puntos: cada una elige 45 comunas al azar con reemplazo, así que unas salen dos o tres veces y otras ninguna. Cambia el peso de los puntos, cambia la recta. Hay más de 10²⁵ remuestras distintas posibles; 2.000 son una muestra de ellas.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586" y="1143000"/>
            <a:ext cx="683482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residuos de las 45 comunas dan s, que reemplaza a σ, la desviación de los errores alrededor de la recta verdadera, que no se conoce: la misma decisión de la etapa 2, ahora para la recta. El resultado es el 2,02 del summary.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EE, a cuántos errores estándar del cero está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</a:t>
            </a:r>
          </a:p>
        </p:txBody>
      </p:sp>
      <p:pic>
        <p:nvPicPr>
          <p:cNvPr id="4" name="Picture 3" descr="c5_26_t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629" y="1143000"/>
            <a:ext cx="669474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estándar de b se calculó con s, la desviación de los residuos de las 45 comunas, en lugar de σ, la de los errores reales. Con pocos puntos esa estimación agrega incertidumbre: t sigue una normal algo más ancha, con n − 2 grados de libertad. Con 45 comunas el 1,96 se vuelve 2,02.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27" y="1143000"/>
            <a:ext cx="687374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 y la misma lectura de la sección 5. Letra chica: el error estándar es minúsculo porque freq_weights cuenta cada hogar tantas veces como su factor, como si fueran 2 millones de hogares y no 18 mil; los coeficientes están bien, ese z no.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