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Probabilidad, lo justo: variables aleatorias y distribuciones.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Muestra y población: la distribución muestral y el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Intervalos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Prueba de hipótesis y valor p: la pregunta pendiente.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Bootstrap, y la trampa de las comparaciones múltiples.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Probabilidad, lo justo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Variables aleatorias y distribuciones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78" y="1143000"/>
            <a:ext cx="674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25" y="1143000"/>
            <a:ext cx="7590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campana: dos parámetros, μ (centro) y σ (dispersión). El 95% de los valores cae a menos de 1,96 σ de la media; ese 1,96 vuelve en los intervalos de confianza.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¿Es normal la duración? En minutos no;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3171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distribución para contar: la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43" y="1143000"/>
            <a:ext cx="721471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número de éxitos en n intentos independientes con probabilidad p: cuántos viajes en auto entre 20 tomados al azar. Otra distribución con nombre y fórmula.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Muestra y población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muestra es una de muchas posibles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1281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9678"/>
            <a:ext cx="7744968" cy="22013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población. Para reducirlo a la mitad hay que cuadruplicar la muestra.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4213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Intervalos de confianza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2487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86" y="1143000"/>
            <a:ext cx="70236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Prueba de hipótesis y valor 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pendiente: ¿la pendiente es real o azar?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Esa probabilidad es el valor p. Convención: si p &lt; 0,05, se rechaza H0 y el efecto se declara significativo.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estadístico que lo mide: t = coeficiente / error estándar, a cuántos errores estándar del cero está la pendiente.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7565"/>
            <a:ext cx="7744968" cy="2545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pendiente −4,81 con error estándar 2,02: t = −2,39. Si la real fuera 0, un t así de lejos ocurre el 2,1% de las veces: p = 0,021. El intervalo [−8,9; −0,75] no incluye el 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8" y="1143000"/>
            <a:ext cx="742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45 puntos se usa la distribución t (una normal algo más ancha, por estimar σ con s).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Bootstrap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misma respuesta, sin fórmulas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45 comunas con reemplazo imita el azar del muestreo: algunas se repiten, otras quedan fuera. La distribución de las 2.000 pendientes dice cuánto se mueve la nuestra.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pendiente, remuestreada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intervalo bootstrap se parece al de statsmodels y casi ninguna remuestra llega al 0: la misma conclusión por un camino que solo usa el computador. Sirve para cualquier estadístico.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92" y="1143000"/>
            <a:ext cx="76252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muestra es una de muchas: todo número calculado se movería con otra muestra, y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teorema central del límite: los promedios se distribuyen normal, aunque los datos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convierte el error estándar en un rango que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responde: si el efecto real fuera cero, ¿qué tan raro sería lo observado? Con p &lt; 0,05, la pendiente de −4,8 es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