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1838"/>
            <a:ext cx="7744968" cy="240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3113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402"/>
            <a:ext cx="7744968" cy="2562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354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0167"/>
            <a:ext cx="7744968" cy="28094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677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75055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4792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122" y="1143000"/>
            <a:ext cx="608175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muestra. El bootstrap la imita con la muestra que hay: saca 45 comunas con reemplazo (algunas se repiten, otras quedan fuera), ajusta la recta y repite.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media</a:t>
            </a:r>
          </a:p>
        </p:txBody>
      </p:sp>
      <p:pic>
        <p:nvPicPr>
          <p:cNvPr id="4" name="Picture 3" descr="c5_31_bootstrap_v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8357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858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bootstrap: 2.000 muestras distintas de la población, como en la etapa 2. Con bootstrap: una sola muestra, remuestreada. El ancho se parece, y depende de la muestra que toque; el centro es el de esa muestra, no el real, porque el real no se conoce.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por dos caminos</a:t>
            </a:r>
          </a:p>
        </p:txBody>
      </p:sp>
      <p:pic>
        <p:nvPicPr>
          <p:cNvPr id="4" name="Picture 3" descr="c5_25_dos_interva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7820"/>
            <a:ext cx="7744968" cy="24941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912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parecen, y ninguno incluye el 0. El bootstrap sirve para cualquier estadístico y no necesita supuestos; la fórmula es instantánea, pero supone cosas sobre los residuos que veremos al cerrar la sección 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se calculó con s, no con σ, y con pocos puntos esa estimación agrega incertidumbre: la distribución de t es una normal algo más ancha, con n − 2 grados de libertad. Con 45 comunas el 1,96 se vuelve 2,02; con n grande es la normal.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463" y="1143000"/>
            <a:ext cx="716107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34813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881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51674"/>
            <a:ext cx="7744968" cy="1826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526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 y la misma lectura de la sección 5. Letra chica: el error estándar es minúsculo porque freq_weights cuenta cada hogar tantas veces como su factor, como si fueran 2 millones de hogares y no 18 mil; los coeficientes están bien, ese z no.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