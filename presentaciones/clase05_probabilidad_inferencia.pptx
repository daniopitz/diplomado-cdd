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entra directo en el EDA: intervalos de confianza y la trampa de probar muchas variables.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Probabilidad: variables aleatorias y distribuciones.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Muestra y población: la distribución muestral y el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Intervalos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Prueba de hipótesis y valor p: la pregunta pendiente.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Bootstrap, y regresión logística: clasificar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La trampa de las comparaciones múltiples.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Probabilidad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Variables aleatorias y distribuciones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678" y="1143000"/>
            <a:ext cx="67466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8850"/>
            <a:ext cx="7744968" cy="25629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media; ese 1,96 vuelve en los intervalos de confianza.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¿Es normal la duración? En minutos no;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3171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distribución para contar: la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43" y="1143000"/>
            <a:ext cx="721471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número de éxitos en n intentos independientes con probabilidad p: cuántos viajes en auto entre 20 tomados al azar. Otra distribución con nombre y fórmula.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Muestra y población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Una muestra es una de muchas posibles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1281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984" y="1143000"/>
            <a:ext cx="709803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estándar es el error estándar: cuánto se mueve la media de una muestra a otra.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 de la media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19678"/>
            <a:ext cx="7744968" cy="22013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calcula desde una sola muestra, sin ver la población. Para reducirlo a la mitad hay que cuadruplicar la muestra.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14213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Intervalos de confianza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3845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2487"/>
            <a:ext cx="7744968" cy="26357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86" y="1143000"/>
            <a:ext cx="70236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Prueba de hipótesis y valor p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pendiente: ¿la pendiente es real o azar?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Esa probabilidad es el valor p. Convención: si p &lt; 0,05, se rechaza H0 y el efecto se declara significativo.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estadístico que lo mide: t = coeficiente / error estándar, a cuántos errores estándar del cero está la pendiente.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7565"/>
            <a:ext cx="7744968" cy="25455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pendiente −4,81 con error estándar 2,02: t = −2,39. Si la real fuera 0, un t así de lejos ocurre el 2,1% de las veces: p = 0,021. El intervalo [−8,9; −0,75] no incluye el 0.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p, dibujado</a:t>
            </a:r>
          </a:p>
        </p:txBody>
      </p:sp>
      <p:pic>
        <p:nvPicPr>
          <p:cNvPr id="4" name="Picture 3" descr="c5_12_valor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678" y="1143000"/>
            <a:ext cx="74266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45 puntos se usa la distribución t (una normal algo más ancha, por estimar σ con s). El área dorada de las dos colas más allá del t observado es el valor 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p,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b, ee = modelo.params["ingreso"], modelo.bse["ingreso"]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 = b / ee                                 # -2.39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Dos colas de la t con n - 2 grados de libertad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 = 2 * (1 - stats.t.cdf(abs(t), df=43))   # 0.021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 que statsmodels imprime sale de esta cuenta: el coeficiente en unidades de su error estándar, y el área que deja en las colas.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respuesta, y su letra chica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de −4,8 no parece azar: p = 0,021 y el intervalo [−8,9; −0,75] no incluye el 0. Rechazamos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Pero el valor p depende del efecto y del tamaño de la muestra: la motorización (18 mil hogares) tiene t = 80 y p prácticamente 0; las comunas, con 45 puntos, apenas cruzan el umbral.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importante: el tamaño del efecto lo dice el coeficiente;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pequeño: seguimos reportando asociación.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supone la regresión para inferir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No que las variables sean normales. Los t y p del summary suponen residuos independientes, con la misma varianza y, con n chico, normales.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n grande el TCL hace el trabajo: un coeficiente es un promedio ponderado de los y, y los promedios se vuelven normales.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sí daña la inferencia: colas largas y atípicos, que inflan el error estándar. El log de la clase 4 también ayuda aquí.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45 comunas los supuestos pesan; con 113 mil viajes, casi nada.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Bootstrap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misma respuesta, sin fórmulas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  # 45 comunas,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45 comunas con reemplazo imita el azar del muestreo: algunas se repiten, otras quedan fuera. La distribución de las 2.000 pendientes dice cuánto se mueve la nuestra.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pendiente, remuestreada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984" y="1143000"/>
            <a:ext cx="709803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intervalo bootstrap se parece al de statsmodels y casi ninguna remuestra llega al 0: la misma conclusión por un camino que solo usa el computador. Sirve para cualquier estadístico.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hogares tienen auto?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un sí o no (tiene auto)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992" y="1143000"/>
            <a:ext cx="67260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62245"/>
            <a:ext cx="7744968" cy="29161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506" y="1143000"/>
            <a:ext cx="705898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trampa de las comparaciones múltiples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pasa con el valor p cuando se prueba de todo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 variables de puro ruido</a:t>
            </a:r>
          </a:p>
        </p:txBody>
      </p:sp>
      <p:pic>
        <p:nvPicPr>
          <p:cNvPr id="4" name="Picture 3" descr="c5_14_comparaciones_multi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392" y="1143000"/>
            <a:ext cx="76252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Números al azar, sin relación con nada, probados contra la duración por comuna: con 20 intentos y umbral 0,05 se espera una falsa alarma. Es lo que pasa al recorrer una matriz de correlación buscando la que dé.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Reglas para el EDA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Reportar cuántas pruebas se hicieron; un hallazgo aislado entre muchos intentos merece desconfianza.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corrección más simple, Bonferroni: dividir el umbral por el número de pruebas (0,05 / 20 = 0,0025).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Preferir el intervalo de confianza al valor p: muestra el tamaño del efecto y su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importante, y correlación no es causalidad.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muestra es una de muchas: todo número calculado se movería con otra muestra, y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teorema central del límite: los promedios se distribuyen normal, aunque los datos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intervalo de confianza convierte el error estándar en un rango que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responde: si el efecto real fuera cero, ¿qué tan raro sería lo observado? Con p &lt; 0,05, la pendiente de −4,8 es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 sí o no, la regresión logística: la recta dentro de una sigmoide; clasificar es cortar en 0,5 y comparar con la base.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el EDA del lunes 15: intervalos, y cuidado con probar de todo.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