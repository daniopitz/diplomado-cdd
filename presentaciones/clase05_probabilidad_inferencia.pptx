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bootstrap y cuándo la fórmula?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fórmula (y su t): medias y coeficientes de una regresión bien planteada, con errores independientes y varianza pareja. Es exacta, instantánea y viene en el summary.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Bootstrap cuando no hay fórmula para ese estadístico: una mediana, un percentil, una razón, un R², la métrica de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Bootstrap cuando los supuestos fallan: colas largas con pocos datos, varianza que cambia, un estimador que no es un promedio. No supone campana: lee el histograma.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Ninguno arregla una muestra sesgada ni filas dependientes. Si se pueden hacer los dos, hacerlos: si coinciden, la fórmula está bien.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tiene que ver p con la regresión</a:t>
            </a:r>
          </a:p>
        </p:txBody>
      </p:sp>
      <p:pic>
        <p:nvPicPr>
          <p:cNvPr id="4" name="Picture 3" descr="c5_45_p_y_regr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07" y="1143000"/>
            <a:ext cx="757058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p = 0,021 concluimos que la relación entre ingreso y duración probablemente es real; con p = 0,40 no podríamos distinguir la recta del ruido. Lo que p no dice: si el efecto es grande, ni si es causal.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campana, en dos posiciones</a:t>
            </a:r>
          </a:p>
        </p:txBody>
      </p:sp>
      <p:pic>
        <p:nvPicPr>
          <p:cNvPr id="4" name="Picture 3" descr="c5_46_campana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749" y="1143000"/>
            <a:ext cx="563250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Arriba, centrada en lo observado: cuánto se mueve nuestra pendiente, y de ahí el intervalo. Abajo, centrada en 0: qué haría el azar sin relación, y de ahí la prueba. Que el intervalo no toque el 0 y que b caiga en la zona de rechazo es la misma afirmación.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36" y="1143000"/>
            <a:ext cx="70131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 es la acumulada de la t de Student con n − 2 = 43 grados de libertad: la normal con un margen extra, porque σ se estimó con 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que nos dio el modelo no es azar: en las comunas de mayor ingreso los viajes duran menos, unos 4,8 minutos menos por cada millón de pesos de ingreso medio (entre 0,75 y 8,9).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la sostiene: p = 0,021 y el intervalo [−8,9; −0,75] no incluye el 0. Con 45 comunas apenas cruza el umbral, porque p depende del efecto y del tamaño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1: errores independientes</a:t>
            </a:r>
          </a:p>
        </p:txBody>
      </p:sp>
      <p:pic>
        <p:nvPicPr>
          <p:cNvPr id="4" name="Picture 3" descr="c5_47_independencia_dupl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374" y="1143000"/>
            <a:ext cx="7259251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t y p de OLS suponen errores independientes entre filas. Si 50 de las 100 personas son parejas de la misma casa, comparten ingreso, gasto y residuo: 100 filas, 50 residuos independientes, y OLS cuenta 100. Repetir una tabla muestra el efecto: el error estándar baja de 2,02 a 1,41 sin información nueva.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2: varianza constante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9336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9671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del std err usa un solo número para todos los residuos, s: EE(b) = s / √Σ(x − x̄)².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3: errores normales, con pocos datos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7417"/>
            <a:ext cx="7744968" cy="245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952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supuesto: los residuos siguen una normal, no las variables. Con 45 comunas hay que mirarlo, en el histograma de residuos y en los atípicos. Con 18 mil hogares deja de importar: los residuos no son normales y la pendiente igual se reparte como una normal, por el teorema central del límite.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esto importa en ciencia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que entrega un modelo sale de una muestra: sus coeficientes, sus predicciones y las métricas con que se evalúa. Con otra muestra, todo eso cambia.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dos modelos es comparar dos números que se mueven. Sin saber cuánto se mueven, no se puede decir cuál es mejor.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que se ajusta demasiado a su muestra aprende el azar de esa muestra, y falla con datos nuevos. Medir el movimiento es la forma de detectarlo.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técnicas de las próximas clases, y del resto del diplomado, son maneras de medir y controlar ese movimiento.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Inferir es pasar de la muestra a la población cuantificando la incertidumbre. La herramienta central es el error estándar: la desviación estándar de la distribución muestral de un estimador, sea la media o la pendiente, obtenida por fórmula o por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intervalo de confianza del 95%, estimación ± 1,96 EE (2,02 EE con 43 grados de libertad), delimita los valores de la población compatibles con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prueba de hipótesis contrasta el estimador con el valor que tendría sin efecto: t = b / EE(b), y su valor p es la probabilidad de un t tan extremo bajo H0. Para la pendiente de las comunas, p = 0,021: se rechaza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Estas conclusiones dependen de los supuestos de OLS sobre los errores (independencia, varianza constante y, con pocos datos, normalidad), y no informan del tamaño del efecto ni de causalidad.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logística, para una respuesta que es sí o no, y cómo clasificar con ella.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