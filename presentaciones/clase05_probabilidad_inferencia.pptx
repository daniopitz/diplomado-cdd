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232" y="1143000"/>
            <a:ext cx="724953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de b se calculó con s, la desviación de los residuos de las 45 comunas, en lugar de σ, la de los errores reales. Con pocos puntos esa estimación agrega incertidumbre: t sigue una normal algo más ancha, con n − 2 grados de libertad. Con 45 comunas el 1,96 se vuelve 2,02.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