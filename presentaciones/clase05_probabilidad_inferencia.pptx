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Student, en corto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 mide la distancia entre b y el cero en errores estándar: −2,39. Si σ se conociera, esa unidad sería exacta y valdría la normal: ±1,96.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Analogía: medir con una regla fabricada con los mismos 45 puntos. La regla (el EE, calculado con s) puede haber salido un poco corta o larga.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 de Student es la normal con un margen extra por esa regla imperfecta: ±2,02 con 45 comunas, ±2,57 con 6 puntos, ±1,96 con miles. Cuantos más datos, mejor la regla.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 statsmodels la usa sola: lo único que cambia es el 2,02 en vez de 1,96 y un valor p un poco mayor. No hace falta más.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