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campana del azar, y nuestra pendiente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696" y="1143000"/>
            <a:ext cx="631660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H0 fuera cierta (pendiente real 0), el azar produciría pendientes repartidas así. El 95% queda entre ±2 errores estándar, ±4,1; más allá se rechaza H0. La nuestra, −4,8, cae en esa zona: el azar la produce solo el 2,1% de las veces, y ese es 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¿La duración media del viaje baja con el ingreso de la comuna? La pendiente, 4,8 minutos menos por millón de pesos de ingreso medio, no parece azar: p = 0,021 y el intervalo [−8,9; −0,75] no incluye el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45 comunas apenas cruza el umbral: el valor p depende del tamaño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