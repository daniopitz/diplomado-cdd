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entra directo en el EDA: intervalos de confianza y la trampa de probar muchas variables.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La trampa de las comparaciones múltiples.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7543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2543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−4,8 minutos por millón, con 45 comunas. Otra muestra de comunas daría otra pendiente.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122" y="1143000"/>
            <a:ext cx="608175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muestra. El bootstrap la imita con la muestra que hay: saca 45 comunas con reemplazo (algunas se repiten, otras quedan fuera), ajusta la recta y repite.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586" y="1143000"/>
            <a:ext cx="683482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residuos de las 45 comunas dan s, que reemplaza a σ, la desviación de los errores alrededor de la recta verdadera, que no se conoce: la misma decisión de la etapa 2, ahora para la recta. El resultado es el 2,02 del summary.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EE, a cuántos errores estándar del cero está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 de Student</a:t>
            </a:r>
          </a:p>
        </p:txBody>
      </p:sp>
      <p:pic>
        <p:nvPicPr>
          <p:cNvPr id="4" name="Picture 3" descr="c5_26_t_stu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629" y="1143000"/>
            <a:ext cx="669474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estándar de b se calculó con s, la desviación de los residuos de las 45 comunas, en lugar de σ, la de los errores reales. Con pocos puntos esa estimación agrega incertidumbre: t sigue una normal algo más ancha, con n − 2 grados de libertad. Con 45 comunas el 1,96 se vuelve 2,02.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dibujado</a:t>
            </a:r>
          </a:p>
        </p:txBody>
      </p:sp>
      <p:pic>
        <p:nvPicPr>
          <p:cNvPr id="4" name="Picture 3" descr="c5_12_valor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58" y="1143000"/>
            <a:ext cx="729748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 con 43 grados de libertad, centrada en 0: lo que produciría el azar si la pendiente real fuera 0. El área dorada de las dos colas más allá del t observado es el valor 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p,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b, ee = modelo.params["ingreso"], modelo.bse["ingreso"]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 = b / ee                                 # -2.39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Dos colas de la t con n - 2 grados de libertad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 = 2 * (1 - stats.t.cdf(abs(t), df=43))   # 0.021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 que statsmodels imprime sale de esta cuenta: el coeficiente en unidades de su error estándar, y el área que deja en las colas.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respuesta, y su letra chica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de −4,8 no parece azar: p = 0,021 y el intervalo [−8,9; −0,75] no incluye el 0. Rechazamos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Pero el valor p depende del efecto y del tamaño de la muestra: la motorización (18 mil hogares) tiene t = 80 y p prácticamente 0; las comunas, con 45 puntos, apenas cruzan el umbral.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importante: el tamaño del efecto lo dice el coeficiente;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pequeño: seguimos reportando asociación.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Intervalo y valor p dicen lo mismo</a:t>
            </a:r>
          </a:p>
        </p:txBody>
      </p:sp>
      <p:pic>
        <p:nvPicPr>
          <p:cNvPr id="4" name="Picture 3" descr="c5_27_ic_y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04" y="1143000"/>
            <a:ext cx="768759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el intervalo no incluya el 0 y que p sea menor que 0,05 es la misma afirmación: b está a más de 2,02 errores estándar del 0. El intervalo además muestra el tamaño y la precisión del efecto; por eso se prefiere.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2212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473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8462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848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6. La trampa de las comparaciones múltiples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pasa con el valor p cuando se prueba de todo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 variables de puro ruido</a:t>
            </a:r>
          </a:p>
        </p:txBody>
      </p:sp>
      <p:pic>
        <p:nvPicPr>
          <p:cNvPr id="4" name="Picture 3" descr="c5_14_comparaciones_multi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127" y="1143000"/>
            <a:ext cx="687374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Números al azar, sin relación con nada, probados contra la duración por comuna: con 20 intentos y umbral 0,05 se espera una falsa alarma. Es lo que pasa al recorrer una matriz de correlación buscando la que dé.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Reglas para el EDA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Reportar cuántas pruebas se hicieron; un hallazgo aislado entre muchos intentos merece desconfianza.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corrección más simple, Bonferroni: dividir el umbral por el número de pruebas (0,05 / 20 = 0,0025).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Preferir el intervalo de confianza al valor p: muestra el tamaño del efecto y su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importante, y correlación no es causalidad.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7. 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092"/>
            <a:ext cx="7744968" cy="30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8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910"/>
            <a:ext cx="7744968" cy="26999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006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8476"/>
            <a:ext cx="7744968" cy="1952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7846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 y la misma lectura de la sección 5. Letra chica: el error estándar es minúsculo porque freq_weights cuenta cada hogar tantas veces como su factor, como si fueran 2 millones de hogares y no 18 mil; los coeficientes están bien, ese z no.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número que sale de una muestra se mueve de muestra en muestra;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 uso: el intervalo, estimación ± 2 EE,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Segundo uso: la prueba, t = b / EE y el valor p. La pendiente de −4,8: p = 0,021,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bootstrap da lo mismo remuestreando, sin fórmulas; la logística usa el mismo summary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el EDA del lunes 15: intervalos, y cuidado con probar de todo.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