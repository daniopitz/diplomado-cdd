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1838"/>
            <a:ext cx="7744968" cy="240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3113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402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354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33" y="1143000"/>
            <a:ext cx="690633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75055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4792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122" y="1143000"/>
            <a:ext cx="608175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muestra. El bootstrap la imita con la muestra que hay: saca 45 comunas con reemplazo (algunas se repiten, otras quedan fuera), ajusta la recta y repite.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media</a:t>
            </a:r>
          </a:p>
        </p:txBody>
      </p:sp>
      <p:pic>
        <p:nvPicPr>
          <p:cNvPr id="4" name="Picture 3" descr="c5_31_bootstrap_v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8357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858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bootstrap: 2.000 muestras distintas de la población, como en la etapa 2. Con bootstrap: una sola muestra, remuestreada. El ancho se parece, y depende de la muestra que toque; el centro es el de esa muestra, no el real, porque el real no se conoce.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440" y="1143000"/>
            <a:ext cx="663711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de las 45 comunas dan s, que reemplaza a σ, la desviación de los errores alrededor de la recta verdadera, que no se conoce: la misma decisión de la etapa 2, ahora para la recta. El resultado es el 2,02 del summary.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por dos caminos</a:t>
            </a:r>
          </a:p>
        </p:txBody>
      </p:sp>
      <p:pic>
        <p:nvPicPr>
          <p:cNvPr id="4" name="Picture 3" descr="c5_25_dos_interva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7820"/>
            <a:ext cx="7744968" cy="24941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912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parecen, y ninguno incluye el 0. El bootstrap sirve para cualquier estadístico y no necesita supuestos; la fórmula es instantánea, pero supone cosas sobre los residuos que veremos al cerrar la sección 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de b se calculó con s, la desviación de los residuos de las 45 comunas, en lugar de σ, la de los errores reales. Con pocos puntos esa estimación agrega incertidumbre: t sigue una normal algo más ancha, con n − 2 grados de libertad. Con 45 comunas el 1,96 se vuelve 2,02.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463" y="1143000"/>
            <a:ext cx="716107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34813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881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51674"/>
            <a:ext cx="7744968" cy="18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526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