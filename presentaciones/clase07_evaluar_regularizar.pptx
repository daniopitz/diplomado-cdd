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7 · Evaluar y regularizar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martes 15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Hoy, martes 15 de septiembre, se entrega el primer análisis exploratorio por el Aula.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Informe de avance, la última evaluación: presentación oral el martes 22 en la clase 8 (máximo 10 minutos por equipo) e informe escrito el viernes 25 (máximo 7 páginas). Oral y escrito pesan 50% cada uno; el enunciado está en el repositorio.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informe de avance debe incluir un modelo ajustado a los datos del proyecto: uno de los vistos en clases u otro que el equipo ya maneje.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jueves 17 no hay clases.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Medir los dos errores de un clasificador: sensibilidad, especificidad y precisión.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Elegir el umbral según el costo de cada error.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Comparar clasificadores: la curva ROC y el AUC.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Muchas variables: qué dicen las correlaciones, el error en datos de prueba y el sobreajuste.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Regularizar: para qué sirve, Ridge y Lasso, y cómo elegir cuánto castigar.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¿Cuánto cuesta equivocarse?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clase 6 dejó dos preguntas abiertas: si con un sí raro la exactitud engaña, ¿qué se mide? Y el umbral 0,5, ¿por qué 0,5?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primera mitad las responde: medidas que miran cada error por separado, y un umbral que sale del costo de cada error.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segunda mitad vuelve a la regresión: con muchas variables, el modelo se ajusta al azar de su muestra y se equivoca más en datos nuevos. Regularizar lo corrige.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hilo de las dos: un modelo se juzga por sus errores donde importan, con el costo correcto y en datos que no vio.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7_23_map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Recordatorio: la matriz de confusión</a:t>
            </a:r>
          </a:p>
        </p:txBody>
      </p:sp>
      <p:pic>
        <p:nvPicPr>
          <p:cNvPr id="4" name="Picture 3" descr="c7_01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40" y="1143000"/>
            <a:ext cx="4993719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 real en las filas, lo predicho en las columnas. Con umbral 0,5 acierta el 97,3%; decir que todos pagan, el 96,7%: la exactitud mezcla los dos errores. Aquí no se parte en entrenamiento y prueba: con una variable y 10.000 clientes da lo mismo (clase 6); con muchas variables no, y eso viene en la segunda mitad.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Sensibilidad: ¿cuántos morosos detecta?</a:t>
            </a:r>
          </a:p>
        </p:txBody>
      </p:sp>
      <p:pic>
        <p:nvPicPr>
          <p:cNvPr id="4" name="Picture 3" descr="c7_02_sensibi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49018"/>
            <a:ext cx="7744968" cy="3087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395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Mira solo a los clientes que no pagan. Es la medida que importa cuando dejar pasar un sí es caro: un moroso sin detectar, una enfermedad sin diagnosticar.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Especificidad: ¿a cuántos deja en paz?</a:t>
            </a:r>
          </a:p>
        </p:txBody>
      </p:sp>
      <p:pic>
        <p:nvPicPr>
          <p:cNvPr id="4" name="Picture 3" descr="c7_03_especific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48169"/>
            <a:ext cx="7744968" cy="30894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480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Mira solo a los clientes que pagan. Importa cuando molestar a un no es caro: negarle la tarjeta a un buen cliente, alarmar a un paciente sano.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Precisión: de los que marca, ¿cuántos lo son?</a:t>
            </a:r>
          </a:p>
        </p:txBody>
      </p:sp>
      <p:pic>
        <p:nvPicPr>
          <p:cNvPr id="4" name="Picture 3" descr="c7_04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73" y="1143000"/>
            <a:ext cx="6798053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Mira solo a los clientes que el modelo declara morosos. Importa cuando actuar sobre cada sí cuesta: en el libro, una aseguradora que llama solo a los clientes que el modelo marca logra que compre el 33% de los llamados, contra el 6% llamando al azar (James et al., pp. 165 a 167).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Cuatro medidas, una sola matriz</a:t>
            </a:r>
          </a:p>
        </p:txBody>
      </p:sp>
      <p:pic>
        <p:nvPicPr>
          <p:cNvPr id="4" name="Picture 3" descr="c7_05_cuatro_me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10767"/>
            <a:ext cx="7744968" cy="2764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12208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Todas salen de contar las celdas de la matriz. La exactitud mira todo junto; las otras tres miran un error por vez, y por eso no engañan cuando el sí es raro.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7_23_map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Mover el umbral cambia los errores</a:t>
            </a:r>
          </a:p>
        </p:txBody>
      </p:sp>
      <p:pic>
        <p:nvPicPr>
          <p:cNvPr id="4" name="Picture 3" descr="c7_06_dos_umbr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53" y="1143000"/>
            <a:ext cx="7262092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es el mismo: solo cambia desde qué probabilidad se dice "no paga". Con 0,2 se detectan 199 morosos en vez de 100, y se molesta a 263 buenos clientes en vez de 42.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Sensibilidad y especificidad según el umbral</a:t>
            </a:r>
          </a:p>
        </p:txBody>
      </p:sp>
      <p:pic>
        <p:nvPicPr>
          <p:cNvPr id="4" name="Picture 3" descr="c7_07_umbr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13880"/>
            <a:ext cx="7744968" cy="2758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09095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umbral es un balance entre los dos errores. ¿Cuál elegir? Depende de cuánto cuesta cada error, y eso no lo dice el modelo: lo dice el problema.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costo de cada error</a:t>
            </a:r>
          </a:p>
        </p:txBody>
      </p:sp>
      <p:pic>
        <p:nvPicPr>
          <p:cNvPr id="4" name="Picture 3" descr="c7_08_co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15" y="1143000"/>
            <a:ext cx="748976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Si dejar pasar a un moroso cuesta 10 veces lo que cuesta rechazar a un buen cliente, el costo total baja de 2.372 con umbral 0,5 a 1.393 con umbral 0,08. Los costos son un supuesto: en un proyecto real los define el problema.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Cliente por cliente: ¿aprobar o rechazar?</a:t>
            </a:r>
          </a:p>
        </p:txBody>
      </p:sp>
      <p:pic>
        <p:nvPicPr>
          <p:cNvPr id="4" name="Picture 3" descr="c7_09a_tres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22" y="1143000"/>
            <a:ext cx="748575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 no es el umbral: es la probabilidad que el modelo le da a cada cliente. Con esa P se calcula cuánto cuesta en promedio cada decisión, y se elige la más barata. Al cliente A conviene aprobarlo; al C, rechazarlo; con el B da lo mismo.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umbral de menor costo</a:t>
            </a:r>
          </a:p>
        </p:txBody>
      </p:sp>
      <p:pic>
        <p:nvPicPr>
          <p:cNvPr id="4" name="Picture 3" descr="c7_09b_umb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55" y="1143000"/>
            <a:ext cx="6827489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mismas cuentas para todos los P posibles. El umbral es el P del cliente B, donde aprobar y rechazar cuestan lo mismo: 1 / (1 + 10) = 0,09. Con costos iguales, las líneas se cruzarían en 1 / (1 + 1) = 0,5: por eso 0,5 es el umbral por defecto.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2472" y="283464"/>
            <a:ext cx="2386584" cy="658368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/>
            <a:r>
              <a:rPr sz="1000" b="0">
                <a:solidFill>
                  <a:srgbClr val="333333"/>
                </a:solidFill>
                <a:latin typeface="Fira Sans"/>
              </a:rPr>
              <a:t>El umbral según los costos</a:t>
            </a:r>
          </a:p>
          <a:p>
            <a:pPr algn="ctr"/>
            <a:r>
              <a:rPr sz="1400" b="0">
                <a:solidFill>
                  <a:srgbClr val="1D3557"/>
                </a:solidFill>
                <a:latin typeface="Fira Sans"/>
              </a:rPr>
              <a:t>FP / (FP + FN)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dónde sale la regla del umbral</a:t>
            </a:r>
          </a:p>
        </p:txBody>
      </p:sp>
      <p:pic>
        <p:nvPicPr>
          <p:cNvPr id="4" name="Picture 3" descr="c7_44_despe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953" y="1143000"/>
            <a:ext cx="7262092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Cinco pasos de álgebra: igualar el costo de aprobar con el de rechazar y despejar P. Con 10 y 1 da 1 / 11 = 0,09; con costos iguales, 0,5.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7_23_map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¿Cuál de los dos modelos es mejor?</a:t>
            </a:r>
          </a:p>
        </p:txBody>
      </p:sp>
      <p:pic>
        <p:nvPicPr>
          <p:cNvPr id="4" name="Picture 3" descr="c7_10a_dos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997" y="1143000"/>
            <a:ext cx="681000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Dos modelos para predecir quién no paga: uno usa la deuda; el otro, solo si el cliente es estudiante. El umbral se elige con los costos, pero antes hay que elegir el modelo, y a veces los costos todavía no se conocen.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curva ROC: todos los umbrales a la vez</a:t>
            </a:r>
          </a:p>
        </p:txBody>
      </p:sp>
      <p:pic>
        <p:nvPicPr>
          <p:cNvPr id="4" name="Picture 3" descr="c7_10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50" y="1143000"/>
            <a:ext cx="7211499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curva muestra lo que el modelo puede ofrecer con cualquier umbral: cuántos morosos detecta a cambio de cuántos buenos clientes molesta. Sirve para juzgar el modelo antes de elegir el umbral.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modelos, dos curvas</a:t>
            </a:r>
          </a:p>
        </p:txBody>
      </p:sp>
      <p:pic>
        <p:nvPicPr>
          <p:cNvPr id="4" name="Picture 3" descr="c7_10b_dos_cur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14" y="1143000"/>
            <a:ext cx="597657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modelo de estudiante solo distingue estudiantes de no estudiantes, por eso su curva tiene un solo quiebre: rechazar a todos los estudiantes. La curva de la deuda va siempre por encima: ese modelo es mejor con cualquier umbral, sin importar los costos.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AUC: la comparación en un número</a:t>
            </a:r>
          </a:p>
        </p:txBody>
      </p:sp>
      <p:pic>
        <p:nvPicPr>
          <p:cNvPr id="4" name="Picture 3" descr="c7_11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15" y="1143000"/>
            <a:ext cx="748976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Mientras más alta la curva, mayor el área. El AUC se lee así: si se toma al azar un cliente que no paga y uno que paga, el modelo de la deuda le da más probabilidad al que no paga en el 95% de los pares; el de estudiante, en el 54%, casi como adivinar.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7_23_map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Otro problema: el salario de jugadores de béisbol</a:t>
            </a:r>
          </a:p>
        </p:txBody>
      </p:sp>
      <p:pic>
        <p:nvPicPr>
          <p:cNvPr id="4" name="Picture 3" descr="c7_12_datos_hi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55772"/>
            <a:ext cx="7744968" cy="2818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11171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263 jugadores de las grandes ligas de Estados Unidos, con su salario de 1987 y 19 variables de la temporada 1986 y de su carrera (James et al., laboratorio 6.6). La respuesta es un número: volvemos a la regresión lineal.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béisbol, lo justo para leer las variables</a:t>
            </a:r>
          </a:p>
        </p:txBody>
      </p:sp>
      <p:pic>
        <p:nvPicPr>
          <p:cNvPr id="4" name="Picture 3" descr="c7_24_beis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00" y="1143000"/>
            <a:ext cx="7158598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No hace falta saber más del juego: cada variable cuenta cuántas veces le pasó una de estas cosas al jugador.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variables de bateo de la temporada 1986</a:t>
            </a:r>
          </a:p>
        </p:txBody>
      </p:sp>
      <p:pic>
        <p:nvPicPr>
          <p:cNvPr id="4" name="Picture 3" descr="c7_25_variables_19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11804"/>
            <a:ext cx="7744968" cy="2818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67203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Seis cuentas de lo que hizo el jugador al batear durante 1986.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 mismas cuentas, en toda la carrera</a:t>
            </a:r>
          </a:p>
        </p:txBody>
      </p:sp>
      <p:pic>
        <p:nvPicPr>
          <p:cNvPr id="4" name="Picture 3" descr="c7_26_variables_carr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11804"/>
            <a:ext cx="7744968" cy="2818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67203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Siete variables más: las temporadas en las grandes ligas y los seis totales acumulados.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Defensa, categóricas y la respuesta</a:t>
            </a:r>
          </a:p>
        </p:txBody>
      </p:sp>
      <p:pic>
        <p:nvPicPr>
          <p:cNvPr id="4" name="Picture 3" descr="c7_27_variables_defen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50583"/>
            <a:ext cx="7744968" cy="29406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428424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estas se completan las 19 variables. El salario es lo que el modelo debe predecir.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variables dicen lo mismo?</a:t>
            </a:r>
          </a:p>
        </p:txBody>
      </p:sp>
      <p:pic>
        <p:nvPicPr>
          <p:cNvPr id="4" name="Picture 3" descr="c7_28_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50" y="1143000"/>
            <a:ext cx="5814698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Dos bloques oscuros: las seis de la temporada 1986 entre sí, y las siete de la carrera entre sí. Entre bloques, casi nada.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bloque de la carrera, con números</a:t>
            </a:r>
          </a:p>
        </p:txBody>
      </p:sp>
      <p:pic>
        <p:nvPicPr>
          <p:cNvPr id="4" name="Picture 3" descr="c7_29_bloque_carr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551" y="1243584"/>
            <a:ext cx="6758896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535424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Siete variables que miden lo mismo: cuánto ha jugado. Turnos y hits de la carrera: 0,995.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Tres pares de variables, jugador por jugador</a:t>
            </a:r>
          </a:p>
        </p:txBody>
      </p:sp>
      <p:pic>
        <p:nvPicPr>
          <p:cNvPr id="4" name="Picture 3" descr="c7_30_p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44648"/>
            <a:ext cx="7744968" cy="26965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7832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correlación 0,995, saber una variable es saber la otra: el modelo no tiene cómo repartir el mérito entre las 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¿Y con el salario?</a:t>
            </a:r>
          </a:p>
        </p:txBody>
      </p:sp>
      <p:pic>
        <p:nvPicPr>
          <p:cNvPr id="4" name="Picture 3" descr="c7_31_corr_sal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275" y="1143000"/>
            <a:ext cx="6571448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Ninguna variable sola explica el salario. Las más relacionadas son las de la carrera: justo las que dicen lo mismo entre sí.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Entrenamiento y prueba: por qué se parte</a:t>
            </a:r>
          </a:p>
        </p:txBody>
      </p:sp>
      <p:pic>
        <p:nvPicPr>
          <p:cNvPr id="4" name="Picture 3" descr="c7_42_part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22567"/>
            <a:ext cx="7744968" cy="29406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00408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 barajan los 263 y se parten en dos mitades antes de ajustar nada: 131 para ajustar y 132 para medir. La prueba no se toca hasta el final.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parte en el código</a:t>
            </a:r>
          </a:p>
        </p:txBody>
      </p:sp>
      <p:pic>
        <p:nvPicPr>
          <p:cNvPr id="4" name="Picture 3" descr="c7_43_codigo_part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11" y="1143000"/>
            <a:ext cx="749577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Entra la tabla X y el salario y; salen cuatro piezas, dos de entrenamiento y dos de prueba. En el notebook, esta línea abre la sección 8.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error de una regresión: el RMSE</a:t>
            </a:r>
          </a:p>
        </p:txBody>
      </p:sp>
      <p:pic>
        <p:nvPicPr>
          <p:cNvPr id="4" name="Picture 3" descr="c7_13a_rms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66" y="1143000"/>
            <a:ext cx="6848867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Como en la clase 6: 131 jugadores para ajustar y 132 de prueba, y el error se mide con los de prueba, que el modelo no vio.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RMSE paso a paso</a:t>
            </a:r>
          </a:p>
        </p:txBody>
      </p:sp>
      <p:pic>
        <p:nvPicPr>
          <p:cNvPr id="4" name="Picture 3" descr="c7_13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51095"/>
            <a:ext cx="7744968" cy="3083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1880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los 132 jugadores de prueba, el error típico del modelo es de 342 mil dólares; sin modelo, de 416 mil.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Estandarizar las variables</a:t>
            </a:r>
          </a:p>
        </p:txBody>
      </p:sp>
      <p:pic>
        <p:nvPicPr>
          <p:cNvPr id="4" name="Picture 3" descr="c7_17_estandariz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35919"/>
            <a:ext cx="7744968" cy="2713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8705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Estandarizadas, cada coeficiente dice cuánto cambia el salario por una desviación estándar, y se pueden comparar. La media y la desviación salen del entrenamiento.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Mínimos cuadrados con 19 variables</a:t>
            </a:r>
          </a:p>
        </p:txBody>
      </p:sp>
      <p:pic>
        <p:nvPicPr>
          <p:cNvPr id="4" name="Picture 3" descr="c7_14_mco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22567"/>
            <a:ext cx="7744968" cy="29406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00408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 turnos y hits de la carrera, con correlación 0,995, les da coeficientes enormes de signo opuesto que se cancelan. Se equivoca en 301 con los jugadores que vio y en 342 con los nuevos.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Otros jugadores, otros coeficientes</a:t>
            </a:r>
          </a:p>
        </p:txBody>
      </p:sp>
      <p:pic>
        <p:nvPicPr>
          <p:cNvPr id="4" name="Picture 3" descr="c7_48_tres_repar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92476"/>
            <a:ext cx="7744968" cy="3000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30499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Tres repartos distintos de los 263 jugadores y la misma regresión: turnos y hits de la carrera cambian de tamaño y hasta de signo según qué 131 jugadores tocaron.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coeficientes varían mucho entre muestras</a:t>
            </a:r>
          </a:p>
        </p:txBody>
      </p:sp>
      <p:pic>
        <p:nvPicPr>
          <p:cNvPr id="4" name="Picture 3" descr="c7_15_repar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12380"/>
            <a:ext cx="7744968" cy="2961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10595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punto es un reparto distinto. Con mínimos cuadrados, el coeficiente de turnos de la carrera va de −1.400 a 627 según qué 131 jugadores tocaron: ese es el problema. Con Ridge, de 15 a 36.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mapa de la clase</a:t>
            </a:r>
          </a:p>
        </p:txBody>
      </p:sp>
      <p:pic>
        <p:nvPicPr>
          <p:cNvPr id="4" name="Picture 3" descr="c7_23_map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822155"/>
            <a:ext cx="7744968" cy="23907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es regularizar?</a:t>
            </a:r>
          </a:p>
        </p:txBody>
      </p:sp>
      <p:pic>
        <p:nvPicPr>
          <p:cNvPr id="4" name="Picture 3" descr="c7_40_que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09" y="1143000"/>
            <a:ext cx="669778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coeficientes ya no toman el valor que mejor ajusta la muestra: se les impide crecer. Cuánto se les impide lo fija λ, un número que se elige con los datos.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¿Para qué regularizar?</a:t>
            </a:r>
          </a:p>
        </p:txBody>
      </p:sp>
      <p:pic>
        <p:nvPicPr>
          <p:cNvPr id="4" name="Picture 3" descr="c7_16a_para_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1143000"/>
            <a:ext cx="667652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coeficientes chicos, el modelo depende menos de su muestra: pierde un poco con los jugadores que vio y gana con los nuevos.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¿Cuándo conviene regularizar?</a:t>
            </a:r>
          </a:p>
        </p:txBody>
      </p:sp>
      <p:pic>
        <p:nvPicPr>
          <p:cNvPr id="4" name="Picture 3" descr="c7_39_cua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21" y="1440179"/>
            <a:ext cx="6611357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¿Cómo me doy cuenta de que hace falta?</a:t>
            </a:r>
          </a:p>
        </p:txBody>
      </p:sp>
      <p:pic>
        <p:nvPicPr>
          <p:cNvPr id="4" name="Picture 3" descr="c7_49_se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7" y="1143000"/>
            <a:ext cx="6362684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Cuatro señales, todas presentes aquí. Y si hay duda, se prueba: con λ elegido por validación cruzada, un modelo que no necesitaba regularización vuelve a mínimos cuadrados.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escribe: el error más un castigo</a:t>
            </a:r>
          </a:p>
        </p:txBody>
      </p:sp>
      <p:pic>
        <p:nvPicPr>
          <p:cNvPr id="4" name="Picture 3" descr="c7_16_pen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65952"/>
            <a:ext cx="7744968" cy="3053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57023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λ decide cuánto pesa el castigo: más λ, coeficientes más chicos. Como el castigo suma coeficientes de variables distintas, se usan las variables estandarizadas.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es cada símbolo</a:t>
            </a:r>
          </a:p>
        </p:txBody>
      </p:sp>
      <p:pic>
        <p:nvPicPr>
          <p:cNvPr id="4" name="Picture 3" descr="c7_16b_simbo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574503"/>
            <a:ext cx="7744968" cy="288603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Ridge: todos los coeficientes se achican</a:t>
            </a:r>
          </a:p>
        </p:txBody>
      </p:sp>
      <p:pic>
        <p:nvPicPr>
          <p:cNvPr id="4" name="Picture 3" descr="c7_18_ridge_cam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77" y="1143000"/>
            <a:ext cx="7114044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 la izquierda, λ casi 0: mínimos cuadrados, con los opuestos de −1.400 y 1.427. Al subir λ se achican y se juntan; ninguno llega exactamente a 0.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error de Ridge según λ</a:t>
            </a:r>
          </a:p>
        </p:txBody>
      </p:sp>
      <p:pic>
        <p:nvPicPr>
          <p:cNvPr id="4" name="Picture 3" descr="c7_19_ridg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38" y="1143000"/>
            <a:ext cx="7423123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El error en entrenamiento solo sube con λ. El de prueba baja de 342 a 316 y después sube. El λ no se elige mirando la prueba, sino con validación cruzada.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Lasso: los coeficientes se apagan de a uno</a:t>
            </a:r>
          </a:p>
        </p:txBody>
      </p:sp>
      <p:pic>
        <p:nvPicPr>
          <p:cNvPr id="4" name="Picture 3" descr="c7_20_lasso_cami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77" y="1143000"/>
            <a:ext cx="7114044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Al subir λ, los coeficientes llegan exactamente a 0 de a uno: el modelo elige variables. Con el λ elegido quedan 7 de las 19, como en el libro.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Los 19 coeficientes con cada método</a:t>
            </a:r>
          </a:p>
        </p:txBody>
      </p:sp>
      <p:pic>
        <p:nvPicPr>
          <p:cNvPr id="4" name="Picture 3" descr="c7_37_coeficientes_t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56" y="1243584"/>
            <a:ext cx="7404487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535424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Ridge deja los 19 chicos y distintos de 0; Lasso deja 7 y lleva 12 exactamente a 0.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¿Qué es la validación cruzada?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Una forma de elegir λ sin tocar los datos de prueba.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problema: la prueba es para la medición final, y el error de entrenamiento siempre prefiere λ = 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idea: apartar un grupo de jugadores, ajustar con el resto y medir el error en el grupo apartado. Se repite rotando el grupo, para que cada uno haga de datos nuevos una vez.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cinco grupos: por cada λ, cinco errores y su promedio. Gana el λ de menor promedio (James et al., 2013, p. 181).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Cuántos jugadores hay en cada paso</a:t>
            </a:r>
          </a:p>
        </p:txBody>
      </p:sp>
      <p:pic>
        <p:nvPicPr>
          <p:cNvPr id="4" name="Picture 3" descr="c7_41_repa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33" y="1143000"/>
            <a:ext cx="7002732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cinco grupos salen solo de los 131 de entrenamiento: 27, 26, 26, 26 y 26. En cada vuelta, cuatro grupos ajustan y uno valida. Los 132 de prueba se usan una sola vez, al final.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elegir λ: validación cruzada</a:t>
            </a:r>
          </a:p>
        </p:txBody>
      </p:sp>
      <p:pic>
        <p:nvPicPr>
          <p:cNvPr id="4" name="Picture 3" descr="c7_21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83788"/>
            <a:ext cx="7744968" cy="28182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239187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Para cada λ se ajusta con cuatro partes del entrenamiento y se mide en la quinta, cinco veces, y se promedia. Se elige el λ de menor error; la prueba queda intacta.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resultado en datos que no vio</a:t>
            </a:r>
          </a:p>
        </p:txBody>
      </p:sp>
      <p:pic>
        <p:nvPicPr>
          <p:cNvPr id="4" name="Picture 3" descr="c7_22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15" y="1143000"/>
            <a:ext cx="748976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Ridge baja el error de 342 a 316, y Lasso a 325 con 7 variables. En 20 repartos, cada uno le gana a mínimos cuadrados en 17. Un reparto es otra forma de partir a los 263 en entrenamiento y prueba; los cinco grupos se vuelven a armar dentro de cada uno.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quedan los modelos finales</a:t>
            </a:r>
          </a:p>
        </p:txBody>
      </p:sp>
      <p:pic>
        <p:nvPicPr>
          <p:cNvPr id="4" name="Picture 3" descr="c7_45_modelos_fin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55951"/>
            <a:ext cx="7744968" cy="30739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67024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Lasso deja una ecuación de 7 términos; Ridge, una de 19 con coeficientes chicos. Los coeficientes son por desviación estándar de cada variable.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Cómo se usa el modelo con un jugador nuevo</a:t>
            </a:r>
          </a:p>
        </p:txBody>
      </p:sp>
      <p:pic>
        <p:nvPicPr>
          <p:cNvPr id="4" name="Picture 3" descr="c7_46_predi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49" y="1143000"/>
            <a:ext cx="731710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 estandarizan sus variables con la escala del entrenamiento, se multiplica cada una por su coeficiente, se suma y se agrega el intercepto. Es lo que hace predict.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Ridge y Lasso en scikit-learn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escala = StandardScaler().fit(X_ent)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Z_ent = escala.transform(X_ent)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Z_pru = escala.transform(X_pru)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lasso = LassoCV(cv=5).fit(Z_ent, y_ent)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lasso.predict(Z_pru)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LassoCV elige λ con validación cruzada; Ridge es igual, con RidgeCV. scikit-learn llama alpha a λ.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¿Ridge o Lasso?</a:t>
            </a:r>
          </a:p>
        </p:txBody>
      </p:sp>
      <p:pic>
        <p:nvPicPr>
          <p:cNvPr id="4" name="Picture 3" descr="c7_38_ridge_o_la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192476"/>
            <a:ext cx="7744968" cy="3000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30499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Ninguno es mejor en todos los casos (James et al., p. 224). En los dos, λ se elige con validación cruzada y el error se mide en prueba.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respuesta a la pregunta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Equivocarse cuesta distinto según el error y según dónde se mida.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un clasificador, la matriz separa los dos errores; sensibilidad, especificidad y precisión miden cada uno, y el umbral se elige con el costo de cada error, no por defecto en 0,5.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En una regresión con muchas variables, el error que vale es el de prueba: mínimos cuadrados se ajusta al azar de su muestra, y Ridge o Lasso lo corrigen castigando los coeficientes grandes, con λ elegido por validación cruzada.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Sensibilidad, especificidad y precisión miden un error por vez; la exactitud los mezcla.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umbral de menor costo es costo FP / (costo FP + costo FN); con costos iguales, 0,5.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curva ROC compara modelos con todos los umbrales; el AUC lo resume en un número.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muchas variables, un mejor ajuste en entrenamiento puede ser más error en prueba.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Ridge achica y estabiliza todos los coeficientes; Lasso lleva algunos a 0 y elige variables; λ se elige con validación cruzada.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 · al volver: manos al teclado, con el notebook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jueves 17 no hay clases.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Martes 22, la última clase del módulo: reducción de dimensionalidad (PCA) y las presentaciones orales del avance de cada equipo.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Hoy se entrega el análisis exploratorio; el informe de avance, el viernes 25.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James, G., Witten, D., Hastie, T. y Tibshirani, R. (2013). An Introduction to Statistical Learning. Springer. Pp. 145 a 149 (sensibilidad, especificidad y curva ROC, con los datos Default); pp. 165 a 167 (precisión, con los datos Caravan); sección 5.1.3, p. 181 (validación cruzada); sección 6.2, pp. 214 a 228 (Ridge y Lasso); laboratorio 6.6, pp. 251 a 255 (Ridge y Lasso con los datos Hitters). PDF gratuito en statlearning.com.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Documentación de scikit-learn sobre modelos lineales, Ridge y Lasso: scikit-learn.org/stable/modules/linear_model.html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Default y Hitters, del libro de James et al. (statlearning.com).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