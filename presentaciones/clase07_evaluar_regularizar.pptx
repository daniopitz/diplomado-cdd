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qué dicen las correlaciones,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para qué sirve, Ridge y Lasso, y cómo elegir cuánto castigar.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140" y="1143000"/>
            <a:ext cx="4993719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acierta el 97,3%; decir que todos pagan, el 96,7%: la exactitud mezcla los dos errores. Aquí no se parte en entrenamiento y prueba: con una variable y 10.000 clientes da lo mismo (clase 6); con muchas variables no, y eso viene en la segunda mitad.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263 jugadores de las grandes ligas de Estados Unidos, con su salario de 1987 y 19 variables de la temporada 1986 y de su carrera (James et al., laboratorio 6.6). La respuesta es un número: volvemos a la regresión lineal.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béisbol, lo justo para leer las variables</a:t>
            </a:r>
          </a:p>
        </p:txBody>
      </p:sp>
      <p:pic>
        <p:nvPicPr>
          <p:cNvPr id="4" name="Picture 3" descr="c7_24_beis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700" y="1143000"/>
            <a:ext cx="71585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hace falta saber más del juego: cada variable cuenta cuántas veces le pasó una de estas cosas al jugador.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 bateo de la temporada 1986</a:t>
            </a:r>
          </a:p>
        </p:txBody>
      </p:sp>
      <p:pic>
        <p:nvPicPr>
          <p:cNvPr id="4" name="Picture 3" descr="c7_25_variables_19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Seis cuentas de lo que hizo el jugador al batear durante 1986.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mismas cuentas, en toda la carrera</a:t>
            </a:r>
          </a:p>
        </p:txBody>
      </p:sp>
      <p:pic>
        <p:nvPicPr>
          <p:cNvPr id="4" name="Picture 3" descr="c7_26_variables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más: las temporadas en las grandes ligas y los seis totales acumulados.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Defensa, categóricas y la respuesta</a:t>
            </a:r>
          </a:p>
        </p:txBody>
      </p:sp>
      <p:pic>
        <p:nvPicPr>
          <p:cNvPr id="4" name="Picture 3" descr="c7_27_variables_defen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50583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28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estas se completan las 19 variables. El salario es lo que el modelo debe predecir.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variables dicen lo mismo?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50" y="1143000"/>
            <a:ext cx="58146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bloques oscuros: las seis de la temporada 1986 entre sí, y las siete de la carrera entre sí. Entre bloques, casi nada.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bloque de la carrera, con números</a:t>
            </a:r>
          </a:p>
        </p:txBody>
      </p:sp>
      <p:pic>
        <p:nvPicPr>
          <p:cNvPr id="4" name="Picture 3" descr="c7_29_bloque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51" y="1243584"/>
            <a:ext cx="675889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que miden lo mismo: cuánto ha jugado. Turnos y hits de la carrera: 0,995.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pares de variables, jugador por jugador</a:t>
            </a:r>
          </a:p>
        </p:txBody>
      </p:sp>
      <p:pic>
        <p:nvPicPr>
          <p:cNvPr id="4" name="Picture 3" descr="c7_30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4648"/>
            <a:ext cx="7744968" cy="2696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832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correlación 0,995, saber una variable es saber la otra: el modelo no tiene cómo repartir el mérito entre las dos.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¿Y con el salario?</a:t>
            </a:r>
          </a:p>
        </p:txBody>
      </p:sp>
      <p:pic>
        <p:nvPicPr>
          <p:cNvPr id="4" name="Picture 3" descr="c7_31_corr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275" y="1143000"/>
            <a:ext cx="657144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Ninguna variable sola explica el salario. Las más relacionadas son las de la carrera: justo las que dicen lo mismo entre sí.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Entrenamiento y prueba: por qué se parte</a:t>
            </a:r>
          </a:p>
        </p:txBody>
      </p:sp>
      <p:pic>
        <p:nvPicPr>
          <p:cNvPr id="4" name="Picture 3" descr="c7_42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barajan los 263 y se parten en dos mitades antes de ajustar nada: 131 para ajustar y 132 para medir. La prueba no se toca hasta el final.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parte en el código</a:t>
            </a:r>
          </a:p>
        </p:txBody>
      </p:sp>
      <p:pic>
        <p:nvPicPr>
          <p:cNvPr id="4" name="Picture 3" descr="c7_43_codigo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11" y="1143000"/>
            <a:ext cx="749577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Entra la tabla X y el salario y; salen cuatro piezas, dos de entrenamiento y dos de prueba. En el notebook, esta línea abre la sección 8.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6: 131 jugadores para ajustar y 132 de prueba, y el error se mide con los de prueba, que el modelo no vio.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1095"/>
            <a:ext cx="7744968" cy="3083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188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Estandarizadas, cada coeficiente dice cuánto cambia el salario por una desviación estándar, y se pueden comparar. La media y la desviación salen del entrenamiento.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turnos y hits de la carrera, con correlación 0,995, les da coeficientes enormes de signo opuesto que se cancelan. Se equivoca en 301 con los jugadores que vio y en 342 con los nuevos.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otra muestra, otros coeficientes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2380"/>
            <a:ext cx="7744968" cy="2961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05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distinto. Con mínimos cuadrados, el coeficiente de turnos de la carrera va de −1.400 a 627; con Ridge, de 15 a 36.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regularizar?</a:t>
            </a:r>
          </a:p>
        </p:txBody>
      </p:sp>
      <p:pic>
        <p:nvPicPr>
          <p:cNvPr id="4" name="Picture 3" descr="c7_40_que_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788" y="1143000"/>
            <a:ext cx="75164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ya no toman el valor que mejor ajusta la muestra: se les impide crecer. Cuánto se les impide lo fija λ, un número que se elige con los datos.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regularizar?</a:t>
            </a:r>
          </a:p>
        </p:txBody>
      </p:sp>
      <p:pic>
        <p:nvPicPr>
          <p:cNvPr id="4" name="Picture 3" descr="c7_16a_para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1143000"/>
            <a:ext cx="66765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coeficientes chicos, el modelo depende menos de su muestra: pierde un poco con los jugadores que vio y gana con los nuevos.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 regularizar?</a:t>
            </a:r>
          </a:p>
        </p:txBody>
      </p:sp>
      <p:pic>
        <p:nvPicPr>
          <p:cNvPr id="4" name="Picture 3" descr="c7_39_cua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35379"/>
            <a:ext cx="7744968" cy="2764281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valle de mínimos cuadrados</a:t>
            </a:r>
          </a:p>
        </p:txBody>
      </p:sp>
      <p:pic>
        <p:nvPicPr>
          <p:cNvPr id="4" name="Picture 3" descr="c7_32_v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87" y="1440179"/>
            <a:ext cx="7390625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fondo del valle se corre con la muestra</a:t>
            </a:r>
          </a:p>
        </p:txBody>
      </p:sp>
      <p:pic>
        <p:nvPicPr>
          <p:cNvPr id="4" name="Picture 3" descr="c7_33_valle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87" y="1440179"/>
            <a:ext cx="7390625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 presupuesto para los coeficientes</a:t>
            </a:r>
          </a:p>
        </p:txBody>
      </p:sp>
      <p:pic>
        <p:nvPicPr>
          <p:cNvPr id="4" name="Picture 3" descr="c7_34_presupue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112" y="1143000"/>
            <a:ext cx="698577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presupuesto deja fuera el fondo del valle. Dentro de él, el mejor par es donde el círculo toca el valle: (85, 128), chico y estable. Cuánto presupuesto hay lo fija λ.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Lasso: la forma del presupuesto</a:t>
            </a:r>
          </a:p>
        </p:txBody>
      </p:sp>
      <p:pic>
        <p:nvPicPr>
          <p:cNvPr id="4" name="Picture 3" descr="c7_35_ridge_lasso_fo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223" y="1143000"/>
            <a:ext cx="626155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mide el tamaño con b₁² + b₂², un círculo; Lasso con |b₁| + |b₂|, un rombo. El rombo tiene esquinas sobre los ejes, y el valle toca una: turnos_carrera queda en 0.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escribe: el error más un castigo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λ decide cuánto pesa el castigo: más λ, menos presupuesto.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cada símbolo</a:t>
            </a:r>
          </a:p>
        </p:txBody>
      </p:sp>
      <p:pic>
        <p:nvPicPr>
          <p:cNvPr id="4" name="Picture 3" descr="c7_16b_simbo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94102"/>
            <a:ext cx="7744968" cy="284683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Lasso deja coeficientes en 0 y Ridge no</a:t>
            </a:r>
          </a:p>
        </p:txBody>
      </p:sp>
      <p:pic>
        <p:nvPicPr>
          <p:cNvPr id="4" name="Picture 3" descr="c7_36_castigo_tam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7179"/>
            <a:ext cx="7744968" cy="2940681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λ casi 0: mínimos cuadrados, con los opuestos de −1.400 y 1.427. Al subir λ se achican y se juntan; ninguno llega exactamente a 0.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subir λ, los coeficientes llegan exactamente a 0 de a uno: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19 coeficientes con cada método</a:t>
            </a:r>
          </a:p>
        </p:txBody>
      </p:sp>
      <p:pic>
        <p:nvPicPr>
          <p:cNvPr id="4" name="Picture 3" descr="c7_37_coeficientes_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56" y="1243584"/>
            <a:ext cx="740448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deja los 19 chicos y distintos de 0; Lasso deja 7 y lleva 12 exactamente a 0.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Cuántos jugadores hay en cada paso</a:t>
            </a:r>
          </a:p>
        </p:txBody>
      </p:sp>
      <p:pic>
        <p:nvPicPr>
          <p:cNvPr id="4" name="Picture 3" descr="c7_41_repa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633" y="1143000"/>
            <a:ext cx="700273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cinco grupos salen solo de los 131 de entrenamiento: 27, 26, 26, 26 y 26. En cada vuelta, cuatro grupos ajustan y uno valida. Los 132 de prueba se usan una sola vez, al final.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λ se ajusta con cuatro partes del entrenamiento y se mide en la quinta, cinco veces, y se promedia. Se elige el λ de menor error; la prueba queda intacta.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baja el error de 342 a 316, y Lasso a 325 con 7 variables. En 20 repartos, cada uno le gana a mínimos cuadrados en 17. Un reparto es otra forma de partir a los 263 en entrenamiento y prueba; los cinco grupos se vuelven a armar dentro de cada uno.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pic>
        <p:nvPicPr>
          <p:cNvPr id="4" name="Picture 3" descr="c7_38_ridge_o_la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Ninguno es mejor en todos los casos (James et al., p. 224). En los dos, λ se elige con validación cruzada y el error se mide en prueba.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