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7 · Evaluar y regularizar modelos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15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Hoy, martes 15 de septiembre, se entrega el primer análisis exploratorio por el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Informe de avance, la última evaluación: presentación oral el martes 22 en la clase 8 (máximo 10 minutos por equipo) e informe escrito el viernes 25 (máximo 7 páginas). Oral y escrito pesan 50% cada uno; el enunciado está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informe de avance debe incluir un modelo ajustado a los datos del proyecto: uno de los vistos en clases u otro que el equipo ya maneje.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jueves 17 no hay clases.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Medir los dos errores de un clasificador: sensibilidad, especificidad y precisión.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Elegir el umbral según el costo de cada error.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Comparar clasificadores: la curva ROC y el AUC.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Muchas variables: el error en datos de prueba y el sobreajuste.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Regularizar: Ridge y Lasso, y cómo elegir λ con validación cruzada.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¿Cuánto cuesta equivocarse?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clase 6 dejó dos preguntas abiertas: si con un sí raro la exactitud engaña, ¿qué se mide? Y el umbral 0,5, ¿por qué 0,5?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primera mitad las responde: medidas que miran cada error por separado, y un umbral que sale del costo de cada error.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segunda mitad vuelve a la regresión: con muchas variables, el modelo se ajusta al azar de su muestra y se equivoca más en datos nuevos. Regularizar lo corrige.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hilo de las dos: un modelo se juzga por sus errores donde importan, con el costo correcto y en datos que no vio.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Recordatorio: la matriz de confusión</a:t>
            </a:r>
          </a:p>
        </p:txBody>
      </p:sp>
      <p:pic>
        <p:nvPicPr>
          <p:cNvPr id="4" name="Picture 3" descr="c7_01_matr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100" y="1143000"/>
            <a:ext cx="548779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 real en las filas, lo predicho en las columnas. Con umbral 0,5 el modelo acierta el 97,3%, pero decir que todos pagan acierta el 96,7%: la exactitud mezcla los dos errores. Hoy se miran por separado.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Sensibilidad: ¿cuántos morosos detecta?</a:t>
            </a:r>
          </a:p>
        </p:txBody>
      </p:sp>
      <p:pic>
        <p:nvPicPr>
          <p:cNvPr id="4" name="Picture 3" descr="c7_02_sensibi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49018"/>
            <a:ext cx="7744968" cy="30877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395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Mira solo a los clientes que no pagan. Es la medida que importa cuando dejar pasar un sí es caro: un moroso sin detectar, una enfermedad sin diagnosticar.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Especificidad: ¿a cuántos deja en paz?</a:t>
            </a:r>
          </a:p>
        </p:txBody>
      </p:sp>
      <p:pic>
        <p:nvPicPr>
          <p:cNvPr id="4" name="Picture 3" descr="c7_03_especific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48169"/>
            <a:ext cx="7744968" cy="30894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480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Mira solo a los clientes que pagan. Importa cuando molestar a un no es caro: negarle la tarjeta a un buen cliente, alarmar a un paciente sano.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Precisión: de los que marca, ¿cuántos lo son?</a:t>
            </a:r>
          </a:p>
        </p:txBody>
      </p:sp>
      <p:pic>
        <p:nvPicPr>
          <p:cNvPr id="4" name="Picture 3" descr="c7_04_prec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973" y="1143000"/>
            <a:ext cx="679805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Mira solo a los clientes que el modelo declara morosos. Importa cuando actuar sobre cada sí cuesta: en el libro, una aseguradora que llama solo a los clientes que el modelo marca logra que compre el 33% de los llamados, contra el 6% llamando al azar (James et al., pp. 165 a 167).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Cuatro medidas, una sola matriz</a:t>
            </a:r>
          </a:p>
        </p:txBody>
      </p:sp>
      <p:pic>
        <p:nvPicPr>
          <p:cNvPr id="4" name="Picture 3" descr="c7_05_cuatro_medi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10767"/>
            <a:ext cx="7744968" cy="27642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12208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Todas salen de contar las celdas de la matriz. La exactitud mira todo junto; las otras tres miran un error por vez, y por eso no engañan cuando el sí es raro.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Mover el umbral cambia los errores</a:t>
            </a:r>
          </a:p>
        </p:txBody>
      </p:sp>
      <p:pic>
        <p:nvPicPr>
          <p:cNvPr id="4" name="Picture 3" descr="c7_06_dos_umbr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953" y="1143000"/>
            <a:ext cx="7262092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es el mismo: solo cambia desde qué probabilidad se dice "no paga". Con 0,2 se detectan 199 morosos en vez de 100, y se molesta a 263 buenos clientes en vez de 42.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Sensibilidad y especificidad según el umbral</a:t>
            </a:r>
          </a:p>
        </p:txBody>
      </p:sp>
      <p:pic>
        <p:nvPicPr>
          <p:cNvPr id="4" name="Picture 3" descr="c7_07_umbr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13880"/>
            <a:ext cx="7744968" cy="27580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09095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umbral es un balance entre los dos errores. ¿Cuál elegir? Depende de cuánto cuesta cada error, y eso no lo dice el modelo: lo dice el problema.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costo de cada error</a:t>
            </a:r>
          </a:p>
        </p:txBody>
      </p:sp>
      <p:pic>
        <p:nvPicPr>
          <p:cNvPr id="4" name="Picture 3" descr="c7_08_cos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115" y="1143000"/>
            <a:ext cx="74897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 dejar pasar a un moroso cuesta 10 veces lo que cuesta rechazar a un buen cliente, el costo total baja de 2.372 con umbral 0,5 a 1.393 con umbral 0,08. Los costos son un supuesto: en un proyecto real los define el problema.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Cliente por cliente: ¿aprobar o rechazar?</a:t>
            </a:r>
          </a:p>
        </p:txBody>
      </p:sp>
      <p:pic>
        <p:nvPicPr>
          <p:cNvPr id="4" name="Picture 3" descr="c7_09a_tres_cli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122" y="1143000"/>
            <a:ext cx="7485754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 no es el umbral: es la probabilidad que el modelo le da a cada cliente. Con esa P se calcula cuánto cuesta en promedio cada decisión, y se elige la más barata. Al cliente A conviene aprobarlo; al C, rechazarlo; con el B da lo mismo.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umbral de menor costo</a:t>
            </a:r>
          </a:p>
        </p:txBody>
      </p:sp>
      <p:pic>
        <p:nvPicPr>
          <p:cNvPr id="4" name="Picture 3" descr="c7_09b_umb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8255" y="1143000"/>
            <a:ext cx="6827489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mismas cuentas para todos los P posibles. El umbral es el P del cliente B, donde aprobar y rechazar cuestan lo mismo: 1 / (1 + 10) = 0,09. Con costos iguales, las líneas se cruzarían en 1 / (1 + 1) = 0,5: por eso 0,5 es el umbral por defecto.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62472" y="283464"/>
            <a:ext cx="2386584" cy="658368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8"/>
          <a:lstStyle/>
          <a:p>
            <a:pPr algn="ctr"/>
            <a:r>
              <a:rPr sz="1000" b="0">
                <a:solidFill>
                  <a:srgbClr val="333333"/>
                </a:solidFill>
                <a:latin typeface="Fira Sans"/>
              </a:rPr>
              <a:t>El umbral según los costos</a:t>
            </a:r>
          </a:p>
          <a:p>
            <a:pPr algn="ctr"/>
            <a:r>
              <a:rPr sz="1400" b="0">
                <a:solidFill>
                  <a:srgbClr val="1D3557"/>
                </a:solidFill>
                <a:latin typeface="Fira Sans"/>
              </a:rPr>
              <a:t>FP / (FP + FN)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¿Cuál de los dos modelos es mejor?</a:t>
            </a:r>
          </a:p>
        </p:txBody>
      </p:sp>
      <p:pic>
        <p:nvPicPr>
          <p:cNvPr id="4" name="Picture 3" descr="c7_10a_dos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6997" y="1143000"/>
            <a:ext cx="6810004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Dos modelos para predecir quién no paga: uno usa la deuda; el otro, solo si el cliente es estudiante. El umbral se elige con los costos, pero antes hay que elegir el modelo, y a veces los costos todavía no se conocen.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curva ROC: todos los umbrales a la vez</a:t>
            </a:r>
          </a:p>
        </p:txBody>
      </p:sp>
      <p:pic>
        <p:nvPicPr>
          <p:cNvPr id="4" name="Picture 3" descr="c7_10_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250" y="1143000"/>
            <a:ext cx="7211499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curva muestra lo que el modelo puede ofrecer con cualquier umbral: cuántos morosos detecta a cambio de cuántos buenos clientes molesta. Sirve para juzgar el modelo antes de elegir el umbral.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modelos, dos curvas</a:t>
            </a:r>
          </a:p>
        </p:txBody>
      </p:sp>
      <p:pic>
        <p:nvPicPr>
          <p:cNvPr id="4" name="Picture 3" descr="c7_10b_dos_curv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3714" y="1143000"/>
            <a:ext cx="597657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de estudiante solo distingue estudiantes de no estudiantes, por eso su curva tiene un solo quiebre: rechazar a todos los estudiantes. La curva de la deuda va siempre por encima: ese modelo es mejor con cualquier umbral, sin importar los costos.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AUC: la comparación en un número</a:t>
            </a:r>
          </a:p>
        </p:txBody>
      </p:sp>
      <p:pic>
        <p:nvPicPr>
          <p:cNvPr id="4" name="Picture 3" descr="c7_11_au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115" y="1143000"/>
            <a:ext cx="74897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Mientras más alta la curva, mayor el área. El AUC se lee así: si se toma al azar un cliente que no paga y uno que paga, el modelo de la deuda le da más probabilidad al que no paga en el 95% de los pares; el de estudiante, en el 54%, casi como adivinar.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 problema: el salario de jugadores de béisbol</a:t>
            </a:r>
          </a:p>
        </p:txBody>
      </p:sp>
      <p:pic>
        <p:nvPicPr>
          <p:cNvPr id="4" name="Picture 3" descr="c7_12_datos_hit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55772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1117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Datos del laboratorio de Ridge y Lasso del libro: 263 jugadores con salario conocido y 19 variables de su temporada 1986 y de toda su carrera. La respuesta es un número, así que volvemos a la regresión lineal.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de una regresión: el RMSE</a:t>
            </a:r>
          </a:p>
        </p:txBody>
      </p:sp>
      <p:pic>
        <p:nvPicPr>
          <p:cNvPr id="4" name="Picture 3" descr="c7_13_rm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155" y="1143000"/>
            <a:ext cx="7737689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Como en la clase 6, los datos se separan en 131 jugadores de entrenamiento y 132 de prueba. El RMSE es la raíz del promedio de los residuos al cuadrado: el tamaño típico del error, en miles de dólares.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Estandarizar las variables</a:t>
            </a:r>
          </a:p>
        </p:txBody>
      </p:sp>
      <p:pic>
        <p:nvPicPr>
          <p:cNvPr id="4" name="Picture 3" descr="c7_17_estandariz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07903"/>
            <a:ext cx="7744968" cy="27139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5904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Temporadas va de 1 a 24 y turnos al bate de la carrera llega a 14 mil: sus coeficientes no se comparan. Estandarizadas, cada coeficiente dice cuánto cambia el salario por una desviación estándar. La media y la desviación salen del entrenamiento y se aplican también a la prueba.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Mínimos cuadrados con 19 variables</a:t>
            </a:r>
          </a:p>
        </p:txBody>
      </p:sp>
      <p:pic>
        <p:nvPicPr>
          <p:cNvPr id="4" name="Picture 3" descr="c7_14_mco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115" y="1143000"/>
            <a:ext cx="74897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Turnos al bate y hits de la carrera dicen casi lo mismo, y mínimos cuadrados les da coeficientes enormes de signo opuesto que se cancelan. El modelo se ajusta al azar de sus 131 jugadores: se equivoca en 301 con ellos y en 342 con los que no vio.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 otra muestra, otros coeficientes</a:t>
            </a:r>
          </a:p>
        </p:txBody>
      </p:sp>
      <p:pic>
        <p:nvPicPr>
          <p:cNvPr id="4" name="Picture 3" descr="c7_15_repar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883" y="1143000"/>
            <a:ext cx="743823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 reparto distinto en entrenamiento y prueba. Con mínimos cuadrados, el coeficiente de turnos al bate de la carrera va de −1.400 a 627; con Ridge, de 15 a 36. Es la idea de la clase 5: todo número que sale de una muestra se mueve, y aquí se mueve demasiado.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Regularizar: castigar los coeficientes grandes</a:t>
            </a:r>
          </a:p>
        </p:txBody>
      </p:sp>
      <p:pic>
        <p:nvPicPr>
          <p:cNvPr id="4" name="Picture 3" descr="c7_16_penaliz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115" y="1143000"/>
            <a:ext cx="74897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Mínimos cuadrados solo busca ajustar bien. Ridge y Lasso buscan ajustar bien y, a la vez, tener coeficientes chicos; λ decide cuánto pesa cada cosa. Como el castigo suma coeficientes de variables distintas, se usan las variables estandarizadas.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Ridge: todos los coeficientes se achican</a:t>
            </a:r>
          </a:p>
        </p:txBody>
      </p:sp>
      <p:pic>
        <p:nvPicPr>
          <p:cNvPr id="4" name="Picture 3" descr="c7_18_ridge_cami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8772" y="1143000"/>
            <a:ext cx="6526454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la izquierda, los coeficientes de mínimos cuadrados, con los opuestos de −1.400 y 1.427. Al subir λ se achican y se juntan: Ridge reparte el peso entre variables que dicen lo mismo. Ninguno llega exactamente a 0.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de Ridge según λ</a:t>
            </a:r>
          </a:p>
        </p:txBody>
      </p:sp>
      <p:pic>
        <p:nvPicPr>
          <p:cNvPr id="4" name="Picture 3" descr="c7_19_ridge_er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0438" y="1143000"/>
            <a:ext cx="7423123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error en entrenamiento solo sube con λ: penalizar empeora el ajuste. El de prueba baja de 342 a 316 y después sube. El λ no se elige mirando la prueba, sino con validación cruzada.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Lasso: los coeficientes se apagan de a uno</a:t>
            </a:r>
          </a:p>
        </p:txBody>
      </p:sp>
      <p:pic>
        <p:nvPicPr>
          <p:cNvPr id="4" name="Picture 3" descr="c7_20_lasso_cami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77" y="1143000"/>
            <a:ext cx="7114044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Lasso castiga el valor absoluto de los coeficientes, y eso lleva a algunos exactamente a 0: el modelo elige variables. Con el λ elegido quedan 7 de las 19, como en el libro.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elegir λ: validación cruzada</a:t>
            </a:r>
          </a:p>
        </p:txBody>
      </p:sp>
      <p:pic>
        <p:nvPicPr>
          <p:cNvPr id="4" name="Picture 3" descr="c7_21_valid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55772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1117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entrenamiento se divide en cinco partes. Para cada λ se ajusta con cuatro y se mide el error en la quinta, cinco veces, y se promedia. Se elige el λ con menor error promedio; la prueba queda intacta para la medición final.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 en datos que no vio</a:t>
            </a:r>
          </a:p>
        </p:txBody>
      </p:sp>
      <p:pic>
        <p:nvPicPr>
          <p:cNvPr id="4" name="Picture 3" descr="c7_22_compa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2567"/>
            <a:ext cx="7744968" cy="29406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00408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este reparto, Ridge baja el error de 342 a 316, y Lasso a 325 usando solo 7 variables. En 20 repartos distintos, cada uno le gana a mínimos cuadrados en 17: no es suerte de un reparto.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Ridge y Lasso en scikit-learn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escala = StandardScaler().fit(X_ent)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Z_ent = escala.transform(X_ent)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Z_pru = escala.transform(X_pru)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lasso = LassoCV(cv=5).fit(Z_ent, y_ent)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lasso.predict(Z_pru)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LassoCV elige λ con validación cruzada; Ridge es igual, con RidgeCV. scikit-learn llama alpha a λ.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¿Ridge o Lasso?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Ninguno es mejor en todos los casos (James et al., p. 224).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Lasso, si se sospecha que pocas variables importan: deja un modelo más simple, que se puede explicar.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Ridge, si muchas variables aportan un poco o dicen casi lo mismo: estabiliza sus coeficientes sin descartar ninguna.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los dos, λ se elige con validación cruzada y el error se mide en prueba.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logística se regulariza igual; scikit-learn lo hace por defecto, y por eso sus coeficientes no coinciden con los de statsmodels.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 a la pregunta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Equivocarse cuesta distinto según el error y según dónde se mida.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un clasificador, la matriz separa los dos errores; sensibilidad, especificidad y precisión miden cada uno, y el umbral se elige con el costo de cada error, no por defecto en 0,5.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una regresión con muchas variables, el error que vale es el de prueba: mínimos cuadrados se ajusta al azar de su muestra, y Ridge o Lasso lo corrigen castigando los coeficientes grandes, con λ elegido por validación cruzada.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Sensibilidad, especificidad y precisión miden un error por vez; la exactitud los mezcla.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umbral de menor costo es costo FP / (costo FP + costo FN); con costos iguales, 0,5.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curva ROC compara modelos con todos los umbrales; el AUC lo resume en un número.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muchas variables, un mejor ajuste en entrenamiento puede ser más error en prueba.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Ridge achica y estabiliza todos los coeficientes; Lasso lleva algunos a 0 y elige variables; λ se elige con validación cruzada.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jueves 17 no hay clases.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Martes 22, la última clase del módulo: reducción de dimensionalidad (PCA) y las presentaciones orales del avance de cada equipo.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Hoy se entrega el análisis exploratorio; el informe de avance, el viernes 25.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James, G., Witten, D., Hastie, T. y Tibshirani, R. (2013). An Introduction to Statistical Learning. Springer. Pp. 145 a 149 (sensibilidad, especificidad y curva ROC, con los datos Default); pp. 165 a 167 (precisión, con los datos Caravan); sección 5.1.3, p. 181 (validación cruzada); sección 6.2, pp. 214 a 228 (Ridge y Lasso); laboratorio 6.6, pp. 251 a 255 (Ridge y Lasso con los datos Hitters). PDF gratuito en statlearning.com.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Documentación de scikit-learn sobre modelos lineales, Ridge y Lasso: scikit-learn.org/stable/modules/linear_model.html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Default y Hitters, del libro de James et al. (statlearning.com).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