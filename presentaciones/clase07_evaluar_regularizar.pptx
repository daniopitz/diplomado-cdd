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40" y="1143000"/>
            <a:ext cx="499371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acierta el 97,3%; decir que todos pagan, el 96,7%: la exactitud mezcla los dos errores. Aquí no se parte en entrenamiento y prueba: con una variable y 10.000 clientes da lo mismo (clase 6); con muchas variables no, y eso viene en la segunda mitad.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la regla del umbral</a:t>
            </a:r>
          </a:p>
        </p:txBody>
      </p:sp>
      <p:pic>
        <p:nvPicPr>
          <p:cNvPr id="4" name="Picture 3" descr="c7_44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pasos de álgebra: igualar el costo de aprobar con el de rechazar y despejar P. Con 10 y 1 da 1 / 11 = 0,09; con costos iguales, 0,5.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problema: los coeficientes cambian con la muestra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 según qué 131 jugadores tocaron: ese es el problema. Con Ridge, de 15 a 36.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88" y="1143000"/>
            <a:ext cx="75164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21" y="1440179"/>
            <a:ext cx="6611357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952"/>
            <a:ext cx="7744968" cy="3053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02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coeficientes más chicos.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74503"/>
            <a:ext cx="7744968" cy="2886034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Lasso deja coeficientes en 0 y Ridge no</a:t>
            </a:r>
          </a:p>
        </p:txBody>
      </p:sp>
      <p:pic>
        <p:nvPicPr>
          <p:cNvPr id="4" name="Picture 3" descr="c7_36_castigo_tam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7179"/>
            <a:ext cx="7744968" cy="294068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la validación cruzada?</a:t>
            </a:r>
          </a:p>
        </p:txBody>
      </p:sp>
      <p:pic>
        <p:nvPicPr>
          <p:cNvPr id="4" name="Picture 3" descr="c7_47_que_es_c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622" y="1143000"/>
            <a:ext cx="669875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131 de entrenamiento se cortan en cinco grupos; cada grupo hace de datos nuevos una vez, y por cada λ se promedian los cinco errores. Los números, en la siguiente slide.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quedan los modelos finales</a:t>
            </a:r>
          </a:p>
        </p:txBody>
      </p:sp>
      <p:pic>
        <p:nvPicPr>
          <p:cNvPr id="4" name="Picture 3" descr="c7_45_modelo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951"/>
            <a:ext cx="7744968" cy="3073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024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deja una ecuación de 7 términos; Ridge, una de 19 con coeficientes chicos. Los coeficientes son por desviación estándar de cada variable.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usa el modelo con un jugador nuevo</a:t>
            </a:r>
          </a:p>
        </p:txBody>
      </p:sp>
      <p:pic>
        <p:nvPicPr>
          <p:cNvPr id="4" name="Picture 3" descr="c7_46_predi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449" y="1143000"/>
            <a:ext cx="731710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estandarizan sus variables con la escala del entrenamiento, se multiplica cada una por su coeficiente, se suma y se agrega el intercepto. Es lo que hace predict.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