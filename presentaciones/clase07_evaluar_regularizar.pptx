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Ridge y Lasso, y cómo elegir λ con validación cruzada.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laboratorio de Ridge y Lasso del libro: 263 jugadores con salario conocido y 19 variables de su temporada 1986 y de toda su carrera. La respuesta es un número, así que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6, los datos se separan en 131 jugadores de entrenamiento y 132 de prueba, y el error se mide con los de prueba: los que el modelo no vio.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13" y="1143000"/>
            <a:ext cx="714257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residuo se eleva al cuadrado, los cuadrados se promedian sobre los jugadores y se saca la raíz. 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7903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904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Temporadas va de 1 a 24 y turnos al bate de la carrera llega a 14 mil: sus coeficientes no se comparan. Estandarizadas, cada coeficiente dice cuánto cambia el salario por una desviación estándar. La media y la desviación salen del entrenamiento y se aplican también a la prueba.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Turnos al bate y hits de la carrera dicen casi lo mismo, y mínimos cuadrados les da coeficientes enormes de signo opuesto que se cancelan. El modelo se ajusta al azar de sus 131 jugadores: se equivoca en 301 con ellos y en 342 con los que no vio.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83" y="1143000"/>
            <a:ext cx="743823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 en entrenamiento y prueba. Con mínimos cuadrados, el coeficiente de turnos al bate de la carrera va de −1.400 a 627; con Ridge, de 15 a 36. Es la idea de la clase 5: todo número que sale de una muestra se mueve, y aquí se mueve demasiado.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Regularizar: castigar los coeficientes grandes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Mínimos cuadrados solo busca ajustar bien. Ridge y Lasso buscan ajustar bien y, a la vez, tener coeficientes chicos; λ decide cuánto pesa cada cosa.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772" y="1143000"/>
            <a:ext cx="65264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los coeficientes de mínimos cuadrados, con los opuestos de −1.400 y 1.427. Al subir λ se achican y se juntan: Ridge reparte el peso entre variables que dicen lo mismo. Ninguno llega exactamente a 0.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λ: penalizar empeora el ajuste.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castiga el valor absoluto de los coeficientes, y eso lleva a algunos exactamente a 0: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entrenamiento se divide en cinco partes. Para cada λ se ajusta con cuatro y se mide el error en la quinta, cinco veces, y se promedia. Se elige el λ con menor error promedio; la prueba queda intacta para la medición final.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reparto, Ridge baja el error de 342 a 316, y Lasso a 325 usando solo 7 variables. En 20 repartos distintos, cada uno le gana a mínimos cuadrados en 17: no es suerte de un reparto.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Ninguno es mejor en todos los casos (James et al., p. 224).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Lasso, si se sospecha que pocas variables importan: deja un modelo más simple, que se puede explicar.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Ridge, si muchas variables aportan un poco o dicen casi lo mismo: estabiliza sus coeficientes sin descartar ninguna.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los dos, λ se elige con validación cruzada y el error se mide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logística se regulariza igual; scikit-learn lo hace por defecto, y por eso sus coeficientes no coinciden con los de statsmodels.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