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jugadores, otros coeficientes</a:t>
            </a:r>
          </a:p>
        </p:txBody>
      </p:sp>
      <p:pic>
        <p:nvPicPr>
          <p:cNvPr id="4" name="Picture 3" descr="c7_48_tres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repartos distintos de los 263 jugadores y la misma regresión: turnos y hits de la carrera cambian de tamaño y hasta de signo según qué 131 jugadores tocaron.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varían mucho entre muestras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 según qué 131 jugadores tocaron: ese es el problema. Con Ridge, de 15 a 36.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09" y="1143000"/>
            <a:ext cx="669778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¿Cómo me doy cuenta de que hace falta?</a:t>
            </a:r>
          </a:p>
        </p:txBody>
      </p:sp>
      <p:pic>
        <p:nvPicPr>
          <p:cNvPr id="4" name="Picture 3" descr="c7_49_se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657" y="1143000"/>
            <a:ext cx="636268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señales, todas presentes aquí. Y si hay duda, se prueba: con λ elegido por validación cruzada, un modelo que no necesitaba regularización vuelve a mínimos cuadrados.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forma de elegir λ sin tocar los datos de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problema: la prueba es para la medición final, y el error de entrenamiento siempre prefiere λ =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idea: apartar un grupo de jugadores, ajustar el modelo con el resto y medir el error en el grupo apartado. Se repite rotando el grupo, de modo que cada grupo se use como conjunto de validación exactamente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cinco grupos: por cada λ, cinco errores y su promedio. Gana el λ de menor promedio (James et al., 2013, p. 181).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