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jugadores, otros coeficientes</a:t>
            </a:r>
          </a:p>
        </p:txBody>
      </p:sp>
      <p:pic>
        <p:nvPicPr>
          <p:cNvPr id="4" name="Picture 3" descr="c7_48_tres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681" y="1143000"/>
            <a:ext cx="613063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repartos distintos de los 263 jugadores. Con mínimos cuadrados, turnos y hits de la carrera cambian de tamaño y hasta de signo; Ridge, con las mismas tres muestras, casi no se mueve.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varían mucho entre muestras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 según qué 131 jugadores tocaron: ese es el problema. Con Ridge, de 15 a 36.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¿Cómo me doy cuenta de que hace falta?</a:t>
            </a:r>
          </a:p>
        </p:txBody>
      </p:sp>
      <p:pic>
        <p:nvPicPr>
          <p:cNvPr id="4" name="Picture 3" descr="c7_49_se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657" y="1143000"/>
            <a:ext cx="636268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señales, todas presentes aquí. Y si hay duda, se prueba: con λ elegido por validación cruzada, un modelo que no necesitaba regularización vuelve a mínimos cuadrados.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pic>
        <p:nvPicPr>
          <p:cNvPr id="4" name="Picture 3" descr="c7_47_que_e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622" y="1143000"/>
            <a:ext cx="669875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131 de entrenamiento se cortan en cinco grupos; cada grupo hace de datos nuevos una vez, y por cada λ se promedian los cinco errores. Los números, en la siguiente slide.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