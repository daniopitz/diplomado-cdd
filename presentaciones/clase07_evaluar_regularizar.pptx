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140" y="1143000"/>
            <a:ext cx="499371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acierta el 97,3%; decir que todos pagan, el 96,7%: la exactitud mezcla los dos errores. Aquí no se parte en entrenamiento y prueba: con una variable y 10.000 clientes da lo mismo (clase 6); con muchas variables no, y eso viene en la segunda mitad.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la regla del umbral</a:t>
            </a:r>
          </a:p>
        </p:txBody>
      </p:sp>
      <p:pic>
        <p:nvPicPr>
          <p:cNvPr id="4" name="Picture 3" descr="c7_44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pasos de álgebra: igualar el costo de aprobar con el de rechazar y despejar P. Con 10 y 1 da 1 / 11 = 0,09; con costos iguales, 0,5.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Entrenamiento y prueba: por qué se parte</a:t>
            </a:r>
          </a:p>
        </p:txBody>
      </p:sp>
      <p:pic>
        <p:nvPicPr>
          <p:cNvPr id="4" name="Picture 3" descr="c7_42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barajan los 263 y se parten en dos mitades antes de ajustar nada: 131 para ajustar y 132 para medir. La prueba no se toca hasta el final.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parte en el código</a:t>
            </a:r>
          </a:p>
        </p:txBody>
      </p:sp>
      <p:pic>
        <p:nvPicPr>
          <p:cNvPr id="4" name="Picture 3" descr="c7_43_codigo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1" y="1143000"/>
            <a:ext cx="74957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Entra la tabla X y el salario y; salen cuatro piezas, dos de entrenamiento y dos de prueba. En el notebook, esta línea abre la sección 8.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otra muestra, otros coeficientes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627; con Ridge, de 15 a 36.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88" y="1143000"/>
            <a:ext cx="75164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35379"/>
            <a:ext cx="7744968" cy="2764281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valle de mínimos cuadrados</a:t>
            </a:r>
          </a:p>
        </p:txBody>
      </p:sp>
      <p:pic>
        <p:nvPicPr>
          <p:cNvPr id="4" name="Picture 3" descr="c7_32_v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fondo del valle se corre con la muestra</a:t>
            </a:r>
          </a:p>
        </p:txBody>
      </p:sp>
      <p:pic>
        <p:nvPicPr>
          <p:cNvPr id="4" name="Picture 3" descr="c7_33_valle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presupuesto para los coeficientes</a:t>
            </a:r>
          </a:p>
        </p:txBody>
      </p:sp>
      <p:pic>
        <p:nvPicPr>
          <p:cNvPr id="4" name="Picture 3" descr="c7_34_presupue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112" y="1143000"/>
            <a:ext cx="698577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presupuesto deja fuera el fondo del valle. Dentro de él, el mejor par es donde el círculo toca el valle: (85, 128), chico y estable. Cuánto presupuesto hay lo fija λ.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Lasso: la forma del presupuesto</a:t>
            </a:r>
          </a:p>
        </p:txBody>
      </p:sp>
      <p:pic>
        <p:nvPicPr>
          <p:cNvPr id="4" name="Picture 3" descr="c7_35_ridge_lasso_fo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223" y="1143000"/>
            <a:ext cx="626155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mide el tamaño con b₁² + b₂², un círculo; Lasso con |b₁| + |b₂|, un rombo. El rombo tiene esquinas sobre los ejes, y el valle toca una: turnos_carrera queda en 0.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menos presupuesto.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94102"/>
            <a:ext cx="7744968" cy="284683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Lasso deja coeficientes en 0 y Ridge no</a:t>
            </a:r>
          </a:p>
        </p:txBody>
      </p:sp>
      <p:pic>
        <p:nvPicPr>
          <p:cNvPr id="4" name="Picture 3" descr="c7_36_castigo_tam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7179"/>
            <a:ext cx="7744968" cy="2940681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 Un reparto es otra forma de partir a los 263 en entrenamiento y prueba; los cinco grupos se vuelven a armar dentro de cada uno.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