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pic>
        <p:nvPicPr>
          <p:cNvPr id="4" name="Picture 3" descr="c7_47_que_e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622" y="1143000"/>
            <a:ext cx="669875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131 de entrenamiento se cortan en cinco grupos; cada grupo hace de datos nuevos una vez, y por cada λ se promedian los cinco errores. Los números, en la siguiente slide.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