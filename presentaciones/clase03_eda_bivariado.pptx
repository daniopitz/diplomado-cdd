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pregunta de hoy: ¿qué tan relacionadas están dos variables? Eso decide cuáles sirven para predecir.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hacia el final, la primera regresión: el primer modelo del diplomado.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6911"/>
            <a:ext cx="7744968" cy="2426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 de iris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04180"/>
            <a:ext cx="7744968" cy="2832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150 flores de la clase 2, 50 por especie. Fotografías: Radomil, D. Gordon E. Robertson y Frank Mayfield, Wikimedia Commons, CC BY-SA.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248" y="1143000"/>
            <a:ext cx="690950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50" y="1143000"/>
            <a:ext cx="549449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143000"/>
            <a:ext cx="757123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rangos en Pandas: rank()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rank() ordena la columna y asigna posiciones: 1 el menor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cinco["rango_ingreso"] = cinco["ingreso"].rank()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cinco["rango_duracion"] = cinco["duracion"].rank()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cinco[["Comuna", "rango_ingreso", "rango_duracion"]]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Con los rangos listos, Spearman es el Pearson de esas dos columnas nuevas: corr(method="spearman") hace todo el proceso de una vez.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483" y="1143000"/>
            <a:ext cx="728103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0,57 con Pearson y 0,76 con Spearman: la diferencia delata curvatura y atípicos.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370" y="1143000"/>
            <a:ext cx="689925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8178"/>
            <a:ext cx="7744968" cy="30443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8329"/>
            <a:ext cx="7744968" cy="31240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no mueve r (−0,34) pero cambia la pendiente en un quinto (−4,8 a −5,8): el impacto se mide con y sin, sobre todos los resúmenes en uso.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 (clases de regresión).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