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cinco["rango_ingreso"] = cinco["ingreso"].rank()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cinco["rango_duracion"] = cinco["duracion"].rank()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cinco[["Comuna", "rango_ingreso", "rango_duracion"]]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