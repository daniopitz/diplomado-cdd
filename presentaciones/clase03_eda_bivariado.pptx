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 (resúmenes por comuna, una distancia desde coordenadas)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46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posición; d compara las posiciones de una misma comuna. Con la fórmula de los rangos,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0,54 con Pearson y 0,70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 = viajes.merge(hogares[["Hogar", "Comuna", "IngresoHogar"]],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on="Hogar")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 = v.groupby("Comuna").agg(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ingreso=("IngresoHogar", "mean"),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duracion=("TiempoViaje", "mean"))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Un merge y un groupby con dos resúmenes a la vez: 45 comunas, cada una con su ingreso medio y su duración media de viaje.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3847" y="1143000"/>
            <a:ext cx="499630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comuna. La asociación es negativa (r = −0,37): las comunas de menor ingreso promedian viajes más largos. Vitacura, 28 minutos; Cerro Navia, 37.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pares: el ingreso compra autos (0,93), y la sorpresa es que el mejor acompañante de la duración no es el ingreso (−0,37) sino las personas por hogar (0,66).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2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485" y="1143000"/>
            <a:ext cx="49030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41,1 − 5,8 · ingreso: por cada millón adicional de ingreso medio, la duración media baja casi 6 minutos. Y r² = 0,14: la recta captura el 14%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17 minutos más de lo predicho y Santiago 8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casi no mueve r (−0,37 a −0,39) pero cambia la pendiente en un cuarto (−5,8 a −7,3): el impacto se mide con y sin, sobre todos los resúmenes en uso.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h = hogares.dropna(subset=["IngresoHogar", "NumVeh"])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¿Cuántos vehículos tendrá un hogar, según su ingreso?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h["NumVeh"],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hogares, cada fila un hogar real: vehículos = 0,18 + 0,45 · ingreso. Casi medio vehículo más por millón (r = 0,47).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(0,45 a 0,39):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se calcula con las coordenadas; el notebook muestra el cálculo).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