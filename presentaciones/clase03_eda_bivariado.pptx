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una misma comuna. Con la fórmula de los rangos,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45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(OLS). Hoy lo calcula NumPy (np.polyfit); en las clases 6 y 7 lo harán scikit-learn y statsmodels, con diagnósticos e inferencia. Con factores de expansión se usa la versión ponderada.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