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distancia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Calcular una variable nueva y cruzarla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distancia de cada viaje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dx = viajes["DestinoCoordX"] - viajes["OrigenCoordX"]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dy = viajes["DestinoCoordY"] - viajes["OrigenCoordY"]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Pitágoras, vectorizado: 90 mil distancias de una vez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viajes["DistKm"] = np.sqrt(dx**2 + dy**2)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Distancia en línea recta entre origen y destino (las coordenadas vienen en metros). Antes hay que filtrar 4.122 filas con coordenada 0: faltantes disfrazados, como los códigos 999 de la clase 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recta que resume la relación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2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la EOD</a:t>
            </a:r>
          </a:p>
        </p:txBody>
      </p:sp>
      <p:pic>
        <p:nvPicPr>
          <p:cNvPr id="4" name="Picture 3" descr="c3_09_regresion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444" y="1143000"/>
            <a:ext cx="4879110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tiempo = 25,4 + 2,5 · km: cada kilómetro agrega 2,5 minutos, y el viaje parte costando unos 25 (caminatas, esperas, transbordos). De regalo: r al cuadrado (0,54² = 0,29) es la fracción de la variación que la recta captura.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np.polyfit(distancia, tiempo,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da la recta interpretable: pendiente e intercepto.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