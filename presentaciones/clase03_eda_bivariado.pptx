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 (resúmenes por comuna, una distancia desde coordenadas)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el notebook la reproduce desde las coordenadas para validarla).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