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pregunta de hoy: ¿qué tan relacionadas están dos variables? Eso decide cuáles sirven para predecir.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hacia el final, la primera regresión: el primer modelo del diplomado.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6911"/>
            <a:ext cx="7744968" cy="2426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 de iris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04180"/>
            <a:ext cx="7744968" cy="2832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150 flores de la clase 2, 50 por especie. Fotografías: Radomil, D. Gordon E. Robertson y Frank Mayfield, Wikimedia Commons, CC BY-SA.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343" y="1143000"/>
            <a:ext cx="625531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143000"/>
            <a:ext cx="757123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74" y="1143000"/>
            <a:ext cx="529805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cinco_comunas["rango_ingreso"] = cinco_comunas["ingreso"].rank()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cinco_comunas["rango_duracion"] = cinco_comunas["duracion"].rank()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483" y="1143000"/>
            <a:ext cx="72810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70" y="1143000"/>
            <a:ext cx="689925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ponderada, con el factor</a:t>
            </a:r>
          </a:p>
        </p:txBody>
      </p:sp>
      <p:pic>
        <p:nvPicPr>
          <p:cNvPr id="4" name="Picture 3" descr="c3_24_formula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7386"/>
            <a:ext cx="7744968" cy="2625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ponderada de la clase 2, ahora por comuna: la siguiente diapo la aplica en pandas, sumando w por x y dividiendo por la suma de 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8178"/>
            <a:ext cx="7744968" cy="30443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resumen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¿Cuántos viajes diarios mueve cada modo?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lab.groupby("ModoAgrupado")["w"].sum()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resultados. El peso w (factor de la persona por ajuste del viaje) expande la muestra a la ciudad.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resultado, como tabla</a:t>
            </a:r>
          </a:p>
        </p:txBody>
      </p:sp>
      <p:pic>
        <p:nvPicPr>
          <p:cNvPr id="4" name="Picture 3" descr="c3_25_groupby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serie que devuelve groupby, ordenada: los viajes que cada modo mueve en un día laboral de Santiago.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tabla de contingencia cuenta cuántos casos caen en cada combinación: una categórica en las filas, la otra en las columnas.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pandas hay dos herramientas hermanas: pivot_table, la general, y pd.crosstab, la especialista en contar.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para la EOD: ¿el modo de viaje depende del sexo?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pivot_table: el groupby en dos dimensiones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lab.pivot_table(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values="w",             # la columna a resumir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index="SexoNombre",     # define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columns="ModoAgrupado", # define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aggfunc="sum")          # el resumen por celda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Reordena la tabla como cuadro de doble entrada y resume cada celda: contar, sumar, promediar. Sumando el peso w, cada celda queda en viajes de la ciudad.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pd.crosstab: la especialista en contar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lab["SexoNombre"],    # la variable de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lab["ModoAgrupado"],  # la de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normalize="index")    # proporciones por fila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Recibe las dos columnas, cuenta las combinaciones y trae normalize incorporado. Para contar rápido, crosstab; para otro resumen por celda (como sumar pesos), pivot_table.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modo según sexo</a:t>
            </a:r>
          </a:p>
        </p:txBody>
      </p:sp>
      <p:pic>
        <p:nvPicPr>
          <p:cNvPr id="4" name="Picture 3" descr="c3_26_tabla_sexo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columna suma 100. Las mujeres caminan más (40% contra 28%); los hombres usan más el auto (31% contra 21%) y la bicicleta.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8329"/>
            <a:ext cx="7744968" cy="31240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