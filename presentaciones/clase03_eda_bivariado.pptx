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robusta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Spearman calcula el Pearson de los rangos: reemplaza cada valor por su posición en el orden (1°, 2°, 3°...).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Por eso resiste atípicos y captura relaciones monótonas aunque no sean rectas.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Pandas: corr(method="spearman").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distancia y duración dan 0,54 con Pearson y 0,70 con Spearman. La diferencia delata atípicos y curvatura: hay que mirar el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Que dos variables se muevan juntas no dice que una cause a la otra.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haber una tercera variable moviendo a ambas: los meses de calor suben los helados y los ahogados, sin que uno cause el otro.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ser al revés de lo que se piensa, o pura coincidencia.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datos observacionales reportamos asociación; el lenguaje causal exige diseños que este módulo no cubre (recuerden la tabla de preguntas reparadas de la clase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distancia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Calcular una variable nueva y cruzarla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distancia de cada viaje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dx = viajes["DestinoCoordX"] - viajes["OrigenCoordX"]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dy = viajes["DestinoCoordY"] - viajes["OrigenCoordY"]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Pitágoras, vectorizado: 90 mil distancias de una vez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viajes["DistKm"] = np.sqrt(dx**2 + dy**2)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Distancia en línea recta entre origen y destino (las coordenadas vienen en metros). Antes hay que filtrar 4.122 filas con coordenada 0: faltantes disfrazados, como los códigos 999 de la clase 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recta que resume la relación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correlación a la recta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correlación dice cuánto se asocian dos variables; la regresión dibuja la recta que mejor resume esa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"Mejor" tiene definición: la recta de mínimos cuadrados, la que deja la menor suma de errores al cuadrado.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dos números se interpretan: la pendiente (cuánto cambia y por cada unidad de x) y el intercepto (el valor de y cuando x es 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es un primer contacto; en las clases 6 y 7 la profundizamos.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la EOD</a:t>
            </a:r>
          </a:p>
        </p:txBody>
      </p:sp>
      <p:pic>
        <p:nvPicPr>
          <p:cNvPr id="4" name="Picture 3" descr="c3_09_regresion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444" y="1143000"/>
            <a:ext cx="4879110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tiempo = 25,4 + 2,5 · km: cada kilómetro agrega 2,5 minutos, y el viaje parte costando unos 25 (caminatas, esperas, transbordos).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np.polyfit(distancia, tiempo,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da la recta interpretable: pendiente e intercepto.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