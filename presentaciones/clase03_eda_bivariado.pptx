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46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una misma comuna. Con la fórmula de los rangos, cinco comunas bastan para calcular un Spearman a mano.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0,54 con Pearson y 0,70 con Spearman: la diferencia delata curvatura y atípicos.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 = viajes.merge(hogares[["Hogar", "Comuna", "IngresoHogar"]],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on="Hogar")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 = v.groupby("Comuna").agg(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ingreso=("IngresoHogar", "mean"),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duracion=("TiempoViaje", "mean"))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Un merge y un groupby con dos resúmenes a la vez: 45 comunas, cada una con su ingreso medio y su duración media de viaje.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47" y="1143000"/>
            <a:ext cx="499630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comuna. La asociación es negativa (r = −0,37): las comunas de menor ingreso promedian viajes más largos. Vitacura, 28 minutos; Cerro Navia, 37.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recta que resume la relación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25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485" y="1143000"/>
            <a:ext cx="49030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41,1 − 5,8 · ingreso: por cada millón adicional de ingreso medio, la duración media baja casi 6 minutos. Y r² = 0,14: la recta captura el 14%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se calcula con las coordenadas; el notebook muestra el cálculo).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da la recta interpretable: pendiente e intercepto.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