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 (resúmenes por comuna, una distancia desde coordenadas)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0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7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0,54 con Pearson y 0,70 con Spearman: la diferencia delata curvatura y atípicos.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no mueve r (−0,34) pero cambia la pendiente en un quinto (−4,8 a −5,8): el impacto se mide con y sin, sobre todos los resúmenes en uso.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se calcula con las coordenadas; el notebook muestra el cálculo).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