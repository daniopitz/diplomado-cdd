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Introducción y fundamentos estadísticos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3 · Análisis exploratorio de datos II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Diplomado en Ciencia de Datos Aplicada · Departamento de Informática · UTFSM · martes 1 de septiembre,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5806440" y="4480560"/>
            <a:ext cx="301752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i_logo_recort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4562856"/>
            <a:ext cx="2743200" cy="39319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Relaciones entre pares de variables.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Correlación: Pearson y Spearman.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La EOD: distancia y duración de los viajes.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Grupos y tablas de contingencia.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La primera regresión.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6. Buenas prácticas de visualización.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Avisos del proyecto Capstone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Inscriban su grupo en la planilla compartida (correo de ayer).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Jueves 3: presentación breve de la idea de cada equipo, alrededor de 5 minutos, sin nota. El enunciado y la rúbrica están publicados.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Lunes 7: entrega de la formulación (30%).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Lo de hoy alimenta directo el primer análisis exploratorio, que se entrega el lunes 15.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norte: los modelos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diplomado apunta a construir modelos; la clase de hoy es su antesala directa.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correlación dice qué variables prometen como predictoras; la matriz ayuda a elegirlas y a descartar redundantes.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Crear variables nuevas desde las existentes, como los resúmenes por comuna, es el feature engineering: la materia prima de los modelos.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regresión de hoy ya ES un modelo: el primero del diplomado.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Sus residuos son el primer diagnóstico; la validación formal (hipótesis, valor p) llega en la clase 5.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Relaciones entre variables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De describir una variable a cruzar dos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Tres tipos de pares, tres herramientas</a:t>
            </a:r>
          </a:p>
        </p:txBody>
      </p:sp>
      <p:pic>
        <p:nvPicPr>
          <p:cNvPr id="4" name="Picture 3" descr="c3_01_tipos_pa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197701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análisis bivariado depende del tipo de cada variable (clase 1): el par define qué gráfico y qué resumen corresponden.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gráfico de dispersión</a:t>
            </a:r>
          </a:p>
        </p:txBody>
      </p:sp>
      <p:pic>
        <p:nvPicPr>
          <p:cNvPr id="4" name="Picture 3" descr="c3_02_scatter_ir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1653" y="1143000"/>
            <a:ext cx="4740693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punto es una flor; los ejes son dos de sus medidas. La nube sube junta: pétalos más largos vienen con pétalos más anchos.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Correlación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Un número para la relación entre dos variables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coeficiente de correlación de Pearson</a:t>
            </a:r>
          </a:p>
        </p:txBody>
      </p:sp>
      <p:pic>
        <p:nvPicPr>
          <p:cNvPr id="4" name="Picture 3" descr="c3_03_formula_pear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88067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Mide la fuerza y el signo de la relación lineal entre dos variables cuantitativas.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fórmula, dibujada</a:t>
            </a:r>
          </a:p>
        </p:txBody>
      </p:sp>
      <p:pic>
        <p:nvPicPr>
          <p:cNvPr id="4" name="Picture 3" descr="c3_11_cuadrantes_pear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3945" y="1143000"/>
            <a:ext cx="4636108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medias parten el plano en cuatro cuadrantes: los puntos de los cuadrantes verdes empujan r hacia arriba y los de los rojos, hacia abajo. En iris casi todos los aportes son positivos: r = 0,96.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escala de r</a:t>
            </a:r>
          </a:p>
        </p:txBody>
      </p:sp>
      <p:pic>
        <p:nvPicPr>
          <p:cNvPr id="4" name="Picture 3" descr="c3_04_escala_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4750" y="1143000"/>
            <a:ext cx="5494498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r = 1 y r = −1 son rectas perfectas; r = 0, ausencia de relación lineal. En datos reales, los valores intermedios son la norma.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correlación en Pandas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Entre dos columnas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iris_df["petal length (cm)"].corr(iris_df["petal width (cm)"])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Todas contra todas: la matriz de correlación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iris_df.drop(columns="species").corr()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corr() usa Pearson por defecto. En iris, largo y ancho del pétalo correlacionan 0,96.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matriz de correlación</a:t>
            </a:r>
          </a:p>
        </p:txBody>
      </p:sp>
      <p:pic>
        <p:nvPicPr>
          <p:cNvPr id="4" name="Picture 3" descr="c3_06_matriz_ir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4763" y="1143000"/>
            <a:ext cx="3654473" cy="31546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Todos los pares de una vez: diagonal en 1 y matriz simétrica. El 0,96 entre largo y ancho del pétalo dice que son casi redundantes: evidencia para decidir qué variables conservar en un proyecto.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Siempre graficar: el cuarteto de Anscombe</a:t>
            </a:r>
          </a:p>
        </p:txBody>
      </p:sp>
      <p:pic>
        <p:nvPicPr>
          <p:cNvPr id="4" name="Picture 3" descr="c3_05_anscomb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9880" y="1143000"/>
            <a:ext cx="4984239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cuatro conjuntos comparten medias, correlación y recta, y solo el primero es lo que el número sugiere. El resumen no reemplaza al gráfico.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impacto de una sola fila</a:t>
            </a:r>
          </a:p>
        </p:txBody>
      </p:sp>
      <p:pic>
        <p:nvPicPr>
          <p:cNvPr id="4" name="Picture 3" descr="c3_07_punto_extrem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6289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Cuarenta puntos sin relación (r = 0,05) y un solo punto extremo fabrican r = 0,72. La correlación de Pearson es tan sensible a los atípicos como la media.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Cómo se calculan los rangos</a:t>
            </a:r>
          </a:p>
        </p:txBody>
      </p:sp>
      <p:pic>
        <p:nvPicPr>
          <p:cNvPr id="4" name="Picture 3" descr="c3_19_rangos_tab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2461" y="1143000"/>
            <a:ext cx="5659076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variable se ordena por separado y cada valor recibe su posición. En la fórmula: di es la diferencia de rangos de la comuna i, y n el número de casos. Cinco comunas bastan para calcular un Spearman a mano.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rangos en Pandas: rank()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rank() ordena la columna y asigna posiciones: 1 el menor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cinco["rango_ingreso"] = cinco["ingreso"].rank()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cinco["rango_duracion"] = cinco["duracion"].rank()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cinco[["Comuna", "rango_ingreso", "rango_duracion"]]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Con los rangos listos, Spearman es el Pearson de esas dos columnas nuevas: corr(method="spearman") hace todo el proceso de una vez.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Spearman: la correlación de los rangos</a:t>
            </a:r>
          </a:p>
        </p:txBody>
      </p:sp>
      <p:pic>
        <p:nvPicPr>
          <p:cNvPr id="4" name="Picture 3" descr="c3_12_spearman_rang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733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Reemplazar cada valor por su posición en el orden endereza las curvas monótonas y desarma los atípicos. En Pandas: corr(method="spearman"). En la EOD, distancia y duración dan 0,57 con Pearson y 0,76 con Spearman: la diferencia delata curvatura y atípicos.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Correlación no es causalidad</a:t>
            </a:r>
          </a:p>
        </p:txBody>
      </p:sp>
      <p:pic>
        <p:nvPicPr>
          <p:cNvPr id="4" name="Picture 3" descr="c3_13_causalid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88494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Que dos variables se muevan juntas no dice que una cause a la otra: puede haber una tercera moviendo a ambas. Con datos observacionales reportamos asociación (recuerden las preguntas reparadas de la clase 2).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La EOD: ingreso y duración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¿Los que menos ganan viajan más tiempo?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tabla por comuna, ponderada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lab["w_ingreso"] = lab["Factor"] * lab["IngresoHogar"]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suma = lab.groupby("Comuna").sum()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La media ponderada de la clase 2, ahora por comuna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suma["w_ingreso"] / suma["Factor"]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Las conclusiones son sobre la ciudad, así que se pondera (clase 2): cada media por comuna es suma de w por x, dividida por suma de w, con el factor del día laboral.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Ingreso y duración, por comuna</a:t>
            </a:r>
          </a:p>
        </p:txBody>
      </p:sp>
      <p:pic>
        <p:nvPicPr>
          <p:cNvPr id="4" name="Picture 3" descr="c3_17_ingreso_dur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4280" y="1143000"/>
            <a:ext cx="5015438" cy="31546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punto es una comuna (medias ponderadas por factor). La asociación es negativa (r = −0,34): las comunas de menor ingreso promedian viajes más largos. Providencia, 25 minutos; Puente Alto, 40.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matriz de las comunas</a:t>
            </a:r>
          </a:p>
        </p:txBody>
      </p:sp>
      <p:pic>
        <p:nvPicPr>
          <p:cNvPr id="4" name="Picture 3" descr="c3_20_matriz_comun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0594" y="1143000"/>
            <a:ext cx="3802811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Cuatro variables, seis pares (todo ponderado): el ingreso compra autos (0,94), y la sorpresa es que el mejor acompañante de la duración no es el ingreso (−0,34) sino las personas por hogar (0,65).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Recreo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10 minutos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Grupos y tablas de contingencia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Cuando una de las dos variables es categórica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groupby: partir, aplicar, juntar</a:t>
            </a:r>
          </a:p>
        </p:txBody>
      </p:sp>
      <p:pic>
        <p:nvPicPr>
          <p:cNvPr id="4" name="Picture 3" descr="c3_14_groupb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48002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versión numérica del boxplot por grupo: la tabla se parte por categoría, cada parte recibe el resumen y los resultados se juntan.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media por grupo: groupby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37744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iris_df.groupby("species")["petal length (cm)"].mean()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El mismo resumen que construimos a mano con loc y el for,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ahora en una línea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88620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groupby parte la tabla por categoría, aplica el resumen a cada parte y junta los resultados: 1,46 / 4,26 / 5,55 cm. Es la versión numérica del boxplot por grupo.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Dos categóricas: la tabla de contingencia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pd.crosstab(datos["Sexo"], datos["ModoAgrupado"],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        normalize="index")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Para la ciudad: sumar factores en vez de contar viajes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datos.pivot_table(values="Factor", index="Sexo",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              columns="ModoAgrupado", aggfunc="sum")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Ponderado por factor, en día laboral: las mujeres caminan más (40% contra 27%) y los hombres usan más el auto (28% contra 19%).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La primera regresión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El primer modelo del diplomado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Mínimos cuadrados</a:t>
            </a:r>
          </a:p>
        </p:txBody>
      </p:sp>
      <p:pic>
        <p:nvPicPr>
          <p:cNvPr id="4" name="Picture 3" descr="c3_15_residu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5449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correlación mide la asociación; la regresión la dibuja: la recta que deja la menor suma de errores al cuadrado. La pendiente dice cuánto cambia y por cada unidad de x. Hoy es un primer contacto; en las clases 6 y 7 la profundizamos.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fórmulas de la recta</a:t>
            </a:r>
          </a:p>
        </p:txBody>
      </p:sp>
      <p:pic>
        <p:nvPicPr>
          <p:cNvPr id="4" name="Picture 3" descr="c3_21_formulas_rec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24551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método se llama mínimos cuadrados ordinarios (OLS): np.polyfit implementa exactamente esta fórmula. En las clases 6 y 7 lo harán scikit-learn y statsmodels, con diagnósticos e inferencia.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Pendiente e intercepto, dibujados</a:t>
            </a:r>
          </a:p>
        </p:txBody>
      </p:sp>
      <p:pic>
        <p:nvPicPr>
          <p:cNvPr id="4" name="Picture 3" descr="c3_23_pendiente_intercep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5735" y="1143000"/>
            <a:ext cx="5712528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intercepto es donde la recta corta el eje: el valor de y cuando x es 0. La pendiente es cuánto sube y por cada unidad de x. En nuestra recta: 38,3 minutos de base y −4,8 por cada millón de ingreso.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recta: ingreso y duración</a:t>
            </a:r>
          </a:p>
        </p:txBody>
      </p:sp>
      <p:pic>
        <p:nvPicPr>
          <p:cNvPr id="4" name="Picture 3" descr="c3_18_ingreso_duracion_rec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7331" y="1143000"/>
            <a:ext cx="4929336" cy="31546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duración = 38,3 − 4,8 · ingreso (ponderada por factor): por cada millón adicional, la duración media baja casi 5 minutos. Y r² = 0,12: la recta captura el 12% de la variación; la asociación es real pero moderada, y así se reporta.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recta en NumPy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pendiente, intercepto = np.polyfit(por_comuna["ingreso"],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                               por_comuna["duracion"], 1)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La recta evaluada, para dibujarla sobre el scatter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ax.plot(x, intercepto + pendiente * x)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polyfit ajusta un polinomio por mínimos cuadrados; el 1 pide grado 1, una recta. En las clases 6 y 7 usaremos herramientas con más diagnósticos.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Usar la recta: predecir y medir residuos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prediccion = intercepto + pendiente * ingreso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residuo = duracion - prediccion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¿Qué comunas viajan más de lo que su ingreso predice?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por_comuna.nlargest(5, "residuo")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La Pintana viaja 13 minutos más de lo predicho y Santiago 7 menos: el residuo revela periferia y centralidad. ¿Azar? La clase 5 responde.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impacto de sacar una fila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sin_lb = por_comuna[por_comuna["Comuna"] != "LO BARNECHEA"]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Todo se recalcula sin la fila, y se compara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sin_lb["ingreso"].corr(sin_lb["duracion"])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np.polyfit(sin_lb["ingreso"] / 1e6, sin_lb["duracion"], 1)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Sacar 1 comuna de 45 no mueve r (−0,34) pero cambia la pendiente en un quinto (−4,8 a −5,8): el impacto se mide con y sin, sobre todos los resúmenes en uso.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fórmulas, con factor de expansión</a:t>
            </a:r>
          </a:p>
        </p:txBody>
      </p:sp>
      <p:pic>
        <p:nvPicPr>
          <p:cNvPr id="4" name="Picture 3" descr="c3_22_formulas_pondera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24551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misma recta de mínimos cuadrados, con cada término pesado por su factor: es la que usa el modelo que sigue, y en statsmodels se llama WLS (weighted least squares).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Otro modelo: la motorización del hogar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x = h["IngresoHogar"] / 1e6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y, w = h["NumVeh"], h["Factor"]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La fórmula de la pendiente ponderada, tal cual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b = (w*(x - xw)*(y - yw)).sum() / (w*(x - xw)**2).sum()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18.264 hogares reales, ponderados por su factor: vehículos = 0,20 + 0,50 · ingreso. Medio vehículo más por cada millón.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Sacar atípicos de la variable a predecir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q1, q3 = h["NumVeh"].quantile([0.25, 0.75])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sin_atipicos = h[h["NumVeh"] &lt;= q3 + 1.5 * (q3 - q1)]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El mismo modelo, sin los hogares de 3 autos o más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np.polyfit(sin_atipicos["IngresoHogar"] / 1e6, sin_atipicos["NumVeh"], 1)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Sacar 236 hogares aplana la pendiente ponderada (0,50 a 0,44): no eran errores, eran la señal. Los atípicos de y se investigan; se eliminan solo por dominio.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Buenas prácticas de visualización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Que el gráfico diga la verdad y se entienda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Graficar 90 mil puntos: overplotting</a:t>
            </a:r>
          </a:p>
        </p:txBody>
      </p:sp>
      <p:pic>
        <p:nvPicPr>
          <p:cNvPr id="4" name="Picture 3" descr="c3_08_overplot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191395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todos los puntos sólidos, el scatter se satura y miente. Los remedios: transparencia (alpha), muestreo, o hexbin, donde el color cuenta los viajes (la distancia viene en la tabla DistanciaViaje.csv; sus −1 son faltantes disfrazados).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Cuándo usar escala logarítmica</a:t>
            </a:r>
          </a:p>
        </p:txBody>
      </p:sp>
      <p:pic>
        <p:nvPicPr>
          <p:cNvPr id="4" name="Picture 3" descr="c3_10_escala_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4328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colas largas como el ingreso, la escala lineal aplasta el 99% de los datos contra el borde; la logarítmica reparte el espacio y la forma aparece.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mismo gráfico, dos veces</a:t>
            </a:r>
          </a:p>
        </p:txBody>
      </p:sp>
      <p:pic>
        <p:nvPicPr>
          <p:cNvPr id="4" name="Picture 3" descr="c3_16_mal_buen_grafi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44782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mismos 30 mil viajes: sin rotular y saturado, contra rotulado, con transparencia y con el hallazgo en el título.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Checklist del buen gráfico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Título que diga el hallazgo, no solo las variables.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Ejes con nombre y unidad; ejes que parten de cero en gráficos de barras.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Muchos puntos: alpha, muestreo o hexbin.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Colas largas: escala logarítmica o eje recortado, declarándolo.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gráfico se corrige igual que el código: se itera hasta que un tercero lo entienda sin explicación oral.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análisis bivariado se elige según el par de tipos: scatter y correlación, groupby y boxplot, o tabla de contingencia.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Pearson para relaciones lineales; Spearman cuando hay atípicos o curvas. Y siempre graficar: Anscombe.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Correlación no es causalidad: reportamos asociación.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regresión es el primer modelo: una función que resume, predice y deja residuos que diagnostican.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Todo lo de hoy es exactamente lo que el primer EDA del proyecto debe mostrar (entrega: lunes 15).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Próxima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Jueves 3 de septiembre: presentaciones breves de las ideas de proyecto (5 minutos por equipo, sin nota).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Después: fundamentos de probabilidad, la base para la inferencia de las clases siguientes.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Se publica la rúbrica del primer análisis exploratorio.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Recuerden: la formulación se entrega el lunes 7 por el aula virtual.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234440"/>
            <a:ext cx="774496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Anscombe, F. J. (1973). Graphs in Statistical Analysis. The American Statistician, 27(1), 17-21.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Spearman, C. (1904). The Proof and Measurement of Association between Two Things. The American Journal of Psychology, 15(1), 72-101.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Tukey, J. W. (1977). Exploratory Data Analysis. Addison-Wesley.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VanderPlas, J. (2016). Python Data Science Handbook. O'Reilly. Capítulo 4 (Matplotlib).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Datos: Encuesta Origen Destino Santiago 2012 (Sectra) e iris (Fisher, 1936).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