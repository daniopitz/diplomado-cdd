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 (mediana 3 km, máximo 137): en escala lineal se aplasta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