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Análisis exploratorio de datos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Relaciones entre pares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Correlación: Pearson y Spearman.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EOD: distancia y duración de los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Grupos y tablas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La primera regresión.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Buenas prácticas de visualización.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Inscriban su grupo en la planilla compartida (correo de ayer).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3: presentación breve de la idea de cada equipo, alrededor de 5 minutos, sin nota. El enunciado y la rúbrica están publicados.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Lunes 7: entrega de la formulación (30%).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 de hoy alimenta directo el primer análisis exploratorio, que se entrega el lunes 15.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diplomado apunta a construir modelos; la clase de hoy es su antesala directa.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dice qué variables prometen como predictoras; la matriz ayuda a elegirlas y a descartar redundantes.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Crear variables nuevas desde las existentes, como los resúmenes por comuna, es el feature engineering: la materia prima de los modelos.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hoy ya ES un modelo: el primero del diplomado.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Sus residuos son el primer diagnóstico; la validación formal (hipótesis, valor p) llega en la clase 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Relaciones entre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describir una variable a cruzar dos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tipos de pares, tres herramientas</a:t>
            </a:r>
          </a:p>
        </p:txBody>
      </p:sp>
      <p:pic>
        <p:nvPicPr>
          <p:cNvPr id="4" name="Picture 3" descr="c3_01_tipos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770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análisis bivariado depende del tipo de cada variable (clase 1): el par define qué gráfico y qué resumen corresponden.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gráfico de dispersión</a:t>
            </a:r>
          </a:p>
        </p:txBody>
      </p:sp>
      <p:pic>
        <p:nvPicPr>
          <p:cNvPr id="4" name="Picture 3" descr="c3_02_scatte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1653" y="1143000"/>
            <a:ext cx="474069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flor; los ejes son dos de sus medidas. La nube sube junta: pétalos más largos vienen con pétalos más anchos.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la relación entre dos variables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coeficiente de correlación de Pearson</a:t>
            </a:r>
          </a:p>
        </p:txBody>
      </p:sp>
      <p:pic>
        <p:nvPicPr>
          <p:cNvPr id="4" name="Picture 3" descr="c3_03_formula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06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Mide la fuerza y el signo de la relación lineal entre dos variables cuantitativas.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fórmula, dibujada</a:t>
            </a:r>
          </a:p>
        </p:txBody>
      </p:sp>
      <p:pic>
        <p:nvPicPr>
          <p:cNvPr id="4" name="Picture 3" descr="c3_11_cuadrantes_pear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945" y="1143000"/>
            <a:ext cx="4636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medias parten el plano en cuatro cuadrantes: los puntos de los cuadrantes verdes empujan r hacia arriba y los de los rojos, hacia abajo. En iris casi todos los aportes son positivos: r = 0,96.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escala de r</a:t>
            </a:r>
          </a:p>
        </p:txBody>
      </p:sp>
      <p:pic>
        <p:nvPicPr>
          <p:cNvPr id="4" name="Picture 3" descr="c3_04_escala_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727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 = 1 y r = −1 son rectas perfectas; r = 0, ausencia de relación lineal. En datos reales, los valores intermedios son la norma.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Todas contra todas: la matriz de correlación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simétrica. El 0,96 entre largo y ancho del pétalo dice que son casi redundantes: evidencia para decidir qué variables conservar en un proyecto.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calculan los rangos</a:t>
            </a:r>
          </a:p>
        </p:txBody>
      </p:sp>
      <p:pic>
        <p:nvPicPr>
          <p:cNvPr id="4" name="Picture 3" descr="c3_19_rango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461" y="1143000"/>
            <a:ext cx="565907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variable se ordena por separado y cada valor recibe su posición. En la fórmula: di es la diferencia de rangos de la comuna i, y n el número de casos. Cinco comunas bastan para calcular un Spearman a mano.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Spearman: la correlación de los rangos</a:t>
            </a:r>
          </a:p>
        </p:txBody>
      </p:sp>
      <p:pic>
        <p:nvPicPr>
          <p:cNvPr id="4" name="Picture 3" descr="c3_12_spearman_rang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733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Reemplazar cada valor por su posición en el orden endereza las curvas monótonas y desarma los atípicos. En Pandas: corr(method="spearman"). En la EOD, distancia y duración dan 0,57 con Pearson y 0,76 con Spearman: la diferencia delata curvatura y atípicos.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no es causalidad</a:t>
            </a:r>
          </a:p>
        </p:txBody>
      </p:sp>
      <p:pic>
        <p:nvPicPr>
          <p:cNvPr id="4" name="Picture 3" descr="c3_13_caus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Que dos variables se muevan juntas no dice que una cause a la otra: puede haber una tercera moviendo a ambas. Con datos observacionales reportamos asociación (recuerden las preguntas reparadas de la clase 2).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EOD: ingreso y duración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¿Los que menos ganan viajan más tiempo?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 (clase 2):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compra autos (0,94), y la sorpresa es que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Grupos y tablas de contingencia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Cuando una de las dos variables es categórica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groupby: partir, aplicar, juntar</a:t>
            </a:r>
          </a:p>
        </p:txBody>
      </p:sp>
      <p:pic>
        <p:nvPicPr>
          <p:cNvPr id="4" name="Picture 3" descr="c3_14_groupb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80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versión numérica del boxplot por grupo: la tabla se parte por categoría, cada parte recibe el resumen y los resultados se juntan.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por grupo: groupby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iris_df.groupby("species")["petal length (cm)"].mean()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resumen que construimos a mano con loc y el for,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ahora en una línea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groupby parte la tabla por categoría, aplica el resumen a cada parte y junta los resultados: 1,46 / 4,26 / 5,55 cm. Es la versión numérica del boxplot por grupo.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categóricas: la tabla de contingencia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pd.crosstab(datos["Sexo"], datos["ModoAgrupado"],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normalize="index")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Para la ciudad: sumar factores en vez de contar viajes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datos.pivot_table(values="Factor", index="Sexo",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columns="ModoAgrupado", aggfunc="sum")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por factor, en día laboral: las mujeres caminan más (40% contra 27%) y los hombres usan más el auto (28% contra 19%).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diplomado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 Hoy es un primer contacto; en las clases 6 y 7 la profundizamos.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fórmula. En las clases 6 y 7 lo harán scikit-learn y statsmodels, con diagnósticos e inferencia.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evaluada, para dibujarla sobre el scatter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En las clases 6 y 7 usaremos herramientas con más diagnósticos.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¿Qué comunas viajan más de lo que su ingreso predice?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La clase 5 responde.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 = por_comuna[por_comuna["Comuna"] != "LO BARNECHEA"]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Todo se recalcula sin la fila, y se compara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sin_lb["ingreso"].corr(sin_lb["duracion"])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np.polyfit(sin_lb["ingreso"] / 1e6, sin_lb["duracion"],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1 comuna de 45 no mueve r (−0,34) pero cambia la pendiente en un quinto (−4,8 a −5,8): el impacto se mide con y sin, sobre todos los resúmenes en uso.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Buenas prácticas de 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Que el gráfico diga la verdad y se entienda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colas largas como el ingreso, la escala lineal aplasta el 99% de los datos contra el borde; la logarítmica reparte el espacio y la forma aparece.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47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análisis bivariado se elige según el par de tipos: scatter y correlación, groupby y boxplot, o tabla de contingencia.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Pearson para relaciones lineales; Spearman cuando hay atípicos o curvas. Y siempre graficar: Anscombe.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causalidad: reportamos asociación.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es el primer modelo: una función que resume, predice y deja residuos que diagnostican.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lo de hoy es exactamente lo que el primer EDA del proyecto debe mostrar (entrega: lunes 15).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Jueves 3 de septiembre: presentaciones breves de las ideas de proyecto (5 minutos por equipo, sin nota).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Después: fundamentos de probabilidad, la base para la inferencia de las clases siguientes.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la rúbrica del primer análisis exploratorio.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Recuerden: la formulación se entrega el lunes 7 por el aula virtual.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Spearman, C. (1904). The Proof and Measurement of Association between Two Things. The American Journal of Psychology, 15(1), 72-101.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4 (Matplotlib).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