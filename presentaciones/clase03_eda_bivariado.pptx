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dice qué variables prometen como predictoras; la matriz ayuda a elegirlas y a descartar redundantes.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Crear variables nuevas desde las existentes (resúmenes por comuna, una distancia desde coordenadas) es el feature engineering: la materia prima de los modelos.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hoy ya ES un modelo: el primero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Sus residuos son el primer diagnóstico; la validación formal (hipótesis, valor p) llega en la clase 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77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46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727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1" y="1143000"/>
            <a:ext cx="56590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posición; d compara las posiciones de una misma comuna. Con la fórmula de los rangos, cinco comunas bastan para calcular un Spearman a mano.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73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0,54 con Pearson y 0,70 con Spearman: la diferencia delata curvatura y atípicos.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 = viajes.merge(hogares[["Hogar", "Comuna", "IngresoHogar"]],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on="Hogar")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 = v.groupby("Comuna").agg(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ingreso=("IngresoHogar", "mean"),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duracion=("TiempoViaje", "mean"))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Un merge y un groupby con dos resúmenes a la vez: 45 comunas, cada una con su ingreso medio y su duración media de viaje.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847" y="1143000"/>
            <a:ext cx="499630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comuna. La asociación es negativa (r = −0,37): las comunas de menor ingreso promedian viajes más largos. Vitacura, 28 minutos; Cerro Navia, 37.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pares: el ingreso compra autos (0,93), y la sorpresa es que el mejor acompañante de la duración no es el ingreso (−0,37) sino las personas por hogar (0,66).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80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iris_df.groupby("species")["petal length (cm)"].mean()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resumen que construimos a mano con loc y el for,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ahora en una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resultados: 1,46 / 4,26 / 5,55 cm. Es la versión numérica del boxplot por grupo.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pd.crosstab(datos["Sexo"], datos["ModoAgrupado"],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normalize="index")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Para la ciudad: sumar factores en vez de contar viajes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datos.pivot_table(values="Factor", index="Sexo",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columns="ModoAgrupado", aggfunc="sum")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por factor, en día laboral: las mujeres caminan más (40% contra 27%) y los hombres usan más el auto (28% contra 19%).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254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485" y="1143000"/>
            <a:ext cx="49030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41,1 − 5,8 · ingreso: por cada millón adicional de ingreso medio, la duración media baja casi 6 minutos. Y r² = 0,14: la recta captura el 14%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evaluada, para dibujarla sobre el scatter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¿Qué comunas viajan más de lo que su ingreso predice?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17 minutos más de lo predicho y Santiago 8 menos: el residuo revela periferia y centralidad. ¿Azar? La clase 5 responde.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 = por_comuna[por_comuna["Comuna"] != "LO BARNECHEA"]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Todo se recalcula sin la fila, y se compara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sin_lb["ingreso"].corr(sin_lb["duracion"])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np.polyfit(sin_lb["ingreso"] / 1e6, sin_lb["duracion"],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1 comuna de 45 casi no mueve r (−0,37 a −0,39) pero cambia la pendiente en un cuarto (−5,8 a −7,3): el impacto se mide con y sin, sobre todos los resúmenes en uso.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se calcula con las coordenadas; el notebook muestra el cálculo).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colas largas como el ingreso, la escala lineal aplasta el 99% de los datos contra el borde; la logarítmica reparte el espacio y la forma aparece.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47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