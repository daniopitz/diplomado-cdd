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dice qué variables prometen como predictoras; la matriz ayuda a elegirlas y a descartar redundantes.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Crear variables nuevas desde las existentes, como los resúmenes por comuna, es el feature engineering: la materia prima de los modelos.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hoy ya ES un modelo: el primero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residuos son el primer diagnóstico; la validación formal (hipótesis, valor p) llega en la clase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0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750" y="1143000"/>
            <a:ext cx="549449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posición. En la fórmula: di es la diferencia de rangos de la comuna i, y n el número de casos. Cinco comunas bastan para calcular un Spearman a mano.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rangos en Pandas: rank()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rank() ordena la columna y asigna posiciones: 1 el menor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cinco["rango_ingreso"] = cinco["ingreso"].rank()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cinco["rango_duracion"] = cinco["duracion"].rank()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cinco[["Comuna", "rango_ingreso", "rango_duracion"]]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Con los rangos listos, Spearman es el Pearson de esas dos columnas nuevas: corr(method="spearman") hace todo el proceso de una vez.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0,57 con Pearson y 0,76 con Spearman: la diferencia delata curvatura y atípicos.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fórmula. En las clases 6 y 7 lo harán scikit-learn y statsmodels, con diagnósticos e inferencia.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¿Qué comunas viajan más de lo que su ingreso predice?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 = por_comuna[por_comuna["Comuna"] != "LO BARNECHEA"]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Todo se recalcula sin la fila, y se compara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sin_lb["ingreso"].corr(sin_lb["duracion"])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np.polyfit(sin_lb["ingreso"] / 1e6, sin_lb["duracion"],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1 comuna de 45 no mueve r (−0,34) pero cambia la pendiente en un quinto (−4,8 a −5,8): el impacto se mide con y sin, sobre todos los resúmenes en uso.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colas largas como el ingreso, la escala lineal aplasta el 99% de los datos contra el borde; la logarítmica reparte el espacio y la forma aparece.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