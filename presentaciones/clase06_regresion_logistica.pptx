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650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92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cliente es una Bernoulli con probabilidad p de no pagar; la media de la columna de 0 y 1 es la proporción, p = 0,033. Contar los síes entre n clientes da la binomial de la clase 5. La logística modela esa p según 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salen las probabilidades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82080"/>
            <a:ext cx="7744968" cy="2765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486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401"/>
            <a:ext cx="7744968" cy="28329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854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probabilidad vive entre 0 y 1. La recta da valores negativos con deudas bajas y se queda corta arriba, porque las fracciones suben en forma de S: casi nadie deja de pagar hasta los 1.500 dólares, y casi todos desde los 2.400.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73" y="1143000"/>
            <a:ext cx="774205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sigmoide recibe la recta z = a + b·x y devuelve un número entre 0 y 1. En z = 0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420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4155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chances (odds) son la razón sí contra no: con P = 0,8, cuatro síes por cada no. La recta a + b·x es el logaritmo de las chances, y por eso e^b dice cuánto se multiplican por cada unidad de 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las chances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38" y="1143000"/>
            <a:ext cx="722852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las chances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638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513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las chances de un estudiante son la mitad. El ingreso no aporta (p = 0,71): con la deuda en el modelo, no dice nada nuevo.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las chances de una mujer son 12 veces las de un hombre; e^(−2,58) = 0,08, la tercera clase tiene el 8% de las chances de la primera; cada año de edad las multiplica por 0,96.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97,3%, pero decir que nadie deja de pagar acierta el 96,7%. De los 333 clientes que no pagan,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las chances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