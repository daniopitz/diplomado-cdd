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y logística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Lo que ya sabemos leer del summary (repaso de la 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Diagnósticos con los residuos (pendiente).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Evaluar un modelo fuera de la muestra (pendiente).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a + b·x dentro de una sigmoide, y el coeficiente se lee multiplicando las chances.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summary se lee con las mismas columnas: coef, std err, z y P&gt;|z|.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 y comparar la exactitud con la de predecir siempre la clase mayoritaria.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(2a ed.), capítulo 4. Springer.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