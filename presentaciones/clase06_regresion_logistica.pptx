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138"/>
            <a:ext cx="7744968" cy="2453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8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10: en log de los odds (chances) los puntos siguen una recta, y eso es lo que el modelo supone. Al deshacer el logaritmo la recta se vuelve una exponencial, y al volver a probabilidades, la S. La recta y la S son la misma cosa vista en dos escalas.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del summary puestos en la recta.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