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Ya está publicado el enunciado de la última evaluación, el informe de avance del proyecto: presentación oral el martes 22 (máximo 10 minutos por equipo) e informe escrito el viernes 25 (máximo 7 páginas). Las dos partes pesan lo mismo.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clientes de la tarjeta</a:t>
            </a:r>
          </a:p>
        </p:txBody>
      </p:sp>
      <p:pic>
        <p:nvPicPr>
          <p:cNvPr id="4" name="Picture 3" descr="c6_36_dato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5654"/>
            <a:ext cx="7744968" cy="2598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128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Antes de graficar nada, la tabla. Cada fila es un cliente. default dice si dejó de pagar y student si es estudiante, las dos en Yes o No; balance es la deuda en la tarjeta después del pago mensual e income el ingreso anual, en dólares.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83464"/>
            <a:ext cx="19293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Recordatorio</a:t>
            </a:r>
          </a:p>
          <a:p>
            <a:pPr algn="ctr"/>
            <a:r>
              <a:rPr sz="1500" b="0">
                <a:solidFill>
                  <a:srgbClr val="1D3557"/>
                </a:solidFill>
                <a:latin typeface="Fira Sans"/>
              </a:rPr>
              <a:t>odds = P / (1 − 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ajustado a los clientes</a:t>
            </a:r>
          </a:p>
        </p:txBody>
      </p:sp>
      <p:pic>
        <p:nvPicPr>
          <p:cNvPr id="4" name="Picture 3" descr="c6_33_modelo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slide anterior con los números del ajuste. a fija el nivel con deuda 0, b dice cuánto sube el log de los odds (chances) por cada 100 dólares, y e^b lo dice como multiplicación.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solo con estudiante</a:t>
            </a:r>
          </a:p>
        </p:txBody>
      </p:sp>
      <p:pic>
        <p:nvPicPr>
          <p:cNvPr id="4" name="Picture 3" descr="c6_34_summary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una sola x, el modelo confirma las barras de la slide anterior: el coeficiente de estudiante es positivo, 0,40, y e^0,40 = 1,50. Los odds (chances) de no pagar de un estudiante son 1,5 veces las de un no estudiante.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estudiante y deuda</a:t>
            </a:r>
          </a:p>
        </p:txBody>
      </p:sp>
      <p:pic>
        <p:nvPicPr>
          <p:cNvPr id="4" name="Picture 3" descr="c6_35_summary_estudiante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69292"/>
            <a:ext cx="7744968" cy="1991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9765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agrega la deuda y el coeficiente de estudiante se da vuelta: pasa de 0,40 a −0,71, y e^(−0,71) = 0,49. A igual deuda, los odds (chances) de no pagar de un estudiante son la mitad. Ahí está la confusión de la slide anterior.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622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23289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0,71), pero no por la deuda: el ingreso y ser estudiante van juntos, 18 mil dólares contra 40 mil, así que con estudiante adentro el ingreso no dice nada nuevo.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que queda: deuda y estudiante, porque el ingreso no aportaba.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pasajeros del Titanic</a:t>
            </a:r>
          </a:p>
        </p:txBody>
      </p:sp>
      <p:pic>
        <p:nvPicPr>
          <p:cNvPr id="4" name="Picture 3" descr="c6_37_datos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95197"/>
            <a:ext cx="7744968" cy="23393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17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segundo dataset, con la misma mirada previa. survived vale 1 si el pasajero sobrevivió, pclass es la clase del pasaje (1, 2 o 3) y sex el sexo. La edad falta en 177 pasajeros, y el modelo usa los 714 que sí la tienen.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 y decir que nadie deja de pagar acierta el 96,7%, que es 1 − 0,033: uno menos la proporción que no paga, la p de la slide 9. De los 333 clientes que no pagan, el modelo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