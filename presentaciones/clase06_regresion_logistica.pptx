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las chances (odds)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chances (odds) son la probabilidad dicha de otra forma: cuántos síes por cada no. P = 0,8 son chances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las chances (odds)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las chances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138"/>
            <a:ext cx="7744968" cy="2453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8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10: en log de las chances (odds) los puntos siguen una recta, y eso es lo que el modelo supone. Al deshacer el logaritmo la recta se vuelve una exponencial, y al volver a probabilidades, la S. La recta y la S son la misma cosa vista en dos escalas.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las chances (odds) es una recta en x. Despejar P de esa ecuación da la sigmoide: por eso el exponente es a + b·x, es la misma recta. Y como sumar b en un logaritmo es multiplicar afuera, e^b dice cuánto se multiplican las chances por cada unidad de 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las chances, y devuelve la probabilidad: en z = 0 (chances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las chances (odds)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282" y="1143000"/>
            <a:ext cx="742543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las chances (odds)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638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51305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las chances de un estudiante son la mitad. El ingreso no aporta (p = 0,71): con la deuda en el modelo, no dice nada nuevo.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las chances de una mujer son 12 veces las de un hombre; e^(−2,58) = 0,08, la tercera clase tiene el 8% de las chances de la primera; cada año de edad las multiplica por 0,96.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97,3%, pero decir que nadie deja de pagar acierta el 96,7%. De los 333 clientes que no pagan,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las chances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