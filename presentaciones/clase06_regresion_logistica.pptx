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los clientes de la tarjeta</a:t>
            </a:r>
          </a:p>
        </p:txBody>
      </p:sp>
      <p:pic>
        <p:nvPicPr>
          <p:cNvPr id="4" name="Picture 3" descr="c6_36_dato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5654"/>
            <a:ext cx="7744968" cy="25984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0128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Antes de graficar nada, la tabla. Cada fila es un cliente. default dice si dejó de pagar y student si es estudiante, las dos en Yes o No; balance es la deuda en la tarjeta después del pago mensual e income el ingreso anual, en dólares.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probabilidad de no pagar, por tramo de deuda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75" y="1143000"/>
            <a:ext cx="724684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 Los nueve puntos tienen forma de S: esa es la curva que hace falta.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654" y="1143000"/>
            <a:ext cx="7190690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Nada impide ajustar la recta de la clase 4 con el 0/1 como respuesta, pero una probabilidad vive entre 0 y 1: con deuda 0 la recta da −0,08, y a los 2.000 dólares da 0,18 cuando la fracción real es 0,50. Las fracciones suben en forma de S, y la curva de la derecha las sigue: es la regresión logística.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probabilidad a los odds (chances)</a:t>
            </a:r>
          </a:p>
        </p:txBody>
      </p:sp>
      <p:pic>
        <p:nvPicPr>
          <p:cNvPr id="4" name="Picture 3" descr="c6_26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odds (chances) son la probabilidad dicha de otra forma: cuántos síes por cada no. P = 0,8 son odds de 4 a 1. Van de 0 a infinito, así que ya no tienen el techo de 1, pero siguen sin poder ser negativas.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los odds (chances) a su logaritmo</a:t>
            </a:r>
          </a:p>
        </p:txBody>
      </p:sp>
      <p:pic>
        <p:nvPicPr>
          <p:cNvPr id="4" name="Picture 3" descr="c6_27_log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47085"/>
            <a:ext cx="7744968" cy="26356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1985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logaritmo de los odds puede ser cualquier número: negativo si el sí es menos probable que el no, 0 si son igual de probables, positivo si el sí es más probable. En esta escala no hay techo ni piso: aquí sí puede ir una recta.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Despejar P: de la recta a la sigmoide</a:t>
            </a:r>
          </a:p>
        </p:txBody>
      </p:sp>
      <p:pic>
        <p:nvPicPr>
          <p:cNvPr id="4" name="Picture 3" descr="c6_32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08" y="1143000"/>
            <a:ext cx="773978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es la recta z. Para volver a la probabilidad hay que despejar P, y el resultado es la sigmoide: por eso el exponente es la recta. Es álgebra, no una curva elegida aparte.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19672" y="283464"/>
            <a:ext cx="19293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Recordatorio</a:t>
            </a:r>
          </a:p>
          <a:p>
            <a:pPr algn="ctr"/>
            <a:r>
              <a:rPr sz="1500" b="0">
                <a:solidFill>
                  <a:srgbClr val="1D3557"/>
                </a:solidFill>
                <a:latin typeface="Fira Sans"/>
              </a:rPr>
              <a:t>odds = P / (1 − P)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relación en tres escalas</a:t>
            </a:r>
          </a:p>
        </p:txBody>
      </p:sp>
      <p:pic>
        <p:nvPicPr>
          <p:cNvPr id="4" name="Picture 3" descr="c6_28_tres_esca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750"/>
            <a:ext cx="7744968" cy="245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1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tramos de la slide 10. En odds, los puntos suben como una exponencial; en log de los odds (chances), siguen una recta, y eso es lo que el modelo supone; y al despejar P como en la slide anterior, la S. La recta y la S son la misma relación vista en dos escalas.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404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35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(chances) es una recta en x. Despejar P de esa ecuación da la sigmoide: por eso el exponente es a + b·x, es la misma recta. Y como sumar b en un logaritmo es multiplicar afuera, e^b dice cuánto se multiplican los odds por cada unidad de x.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ajustado a los clientes</a:t>
            </a:r>
          </a:p>
        </p:txBody>
      </p:sp>
      <p:pic>
        <p:nvPicPr>
          <p:cNvPr id="4" name="Picture 3" descr="c6_33_modelo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slide anterior con los números del ajuste. a fija el nivel con deuda 0, b dice cuánto sube el log de los odds (chances) por cada 100 dólares, y e^b lo dice como multiplicación.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función que apareció al despejar. Recibe la recta z = a + b·x, el log de los odds, y devuelve la probabilidad: en z = 0 (odds 1 a 1)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los odds (chances)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37" y="1143000"/>
            <a:ext cx="742772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los odds (chances)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solo con estudiante</a:t>
            </a:r>
          </a:p>
        </p:txBody>
      </p:sp>
      <p:pic>
        <p:nvPicPr>
          <p:cNvPr id="4" name="Picture 3" descr="c6_34_summary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44161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2278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una sola x, el modelo confirma las barras de la slide anterior: el coeficiente de estudiante es positivo, 0,40, y e^0,40 = 1,50. Los odds (chances) de no pagar de un estudiante son 1,5 veces las de un no estudiante.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estudiante y deuda</a:t>
            </a:r>
          </a:p>
        </p:txBody>
      </p:sp>
      <p:pic>
        <p:nvPicPr>
          <p:cNvPr id="4" name="Picture 3" descr="c6_35_summary_estudiante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69292"/>
            <a:ext cx="7744968" cy="19911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9765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agrega la deuda y el coeficiente de estudiante se da vuelta: pasa de 0,40 a −0,71, y e^(−0,71) = 0,49. A igual deuda, los odds (chances) de no pagar de un estudiante son la mitad. Ahí está la confusión de la slide anterior.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622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23289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los odds de un estudiante son la mitad. El ingreso no aporta (p = 0,71), pero no por la deuda: el ingreso y ser estudiante van juntos, 18 mil dólares contra 40 mil, así que con estudiante adentro el ingreso no dice nada nuevo.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los clientes</a:t>
            </a:r>
          </a:p>
        </p:txBody>
      </p:sp>
      <p:pic>
        <p:nvPicPr>
          <p:cNvPr id="4" name="Picture 3" descr="c6_29_modelo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del summary puestos en la recta. Para un cliente concreto se reemplazan sus valores, sale z, y la sigmoide lo convierte en probabilidad. Es lo que hace predict.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los pasajeros del Titanic</a:t>
            </a:r>
          </a:p>
        </p:txBody>
      </p:sp>
      <p:pic>
        <p:nvPicPr>
          <p:cNvPr id="4" name="Picture 3" descr="c6_37_datos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95197"/>
            <a:ext cx="7744968" cy="23393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17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segundo dataset, con la misma mirada previa. survived vale 1 si el pasajero sobrevivió, pclass es la clase del pasaje (1, 2 o 3) y sex el sexo. La edad falta en 177 pasajeros, y el modelo usa los 714 que sí la tienen.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los odds de una mujer son 12 veces las de un hombre; e^(−2,58) = 0,08, la tercera clase tiene el 8% de los odds de la primera; cada año de edad las multiplica por 0,96.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el Titanic</a:t>
            </a:r>
          </a:p>
        </p:txBody>
      </p:sp>
      <p:pic>
        <p:nvPicPr>
          <p:cNvPr id="4" name="Picture 3" descr="c6_30_modelo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categórica aporta una dummy por categoría, menos la de referencia: mujer (contra hombre), clase2 y clase3 (contra primera). Un pasajero de la referencia solo lleva a y la edad.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exactitud: qué fracción acertó</a:t>
            </a:r>
          </a:p>
        </p:txBody>
      </p:sp>
      <p:pic>
        <p:nvPicPr>
          <p:cNvPr id="4" name="Picture 3" descr="c6_31_exactitud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41" y="1143000"/>
            <a:ext cx="668751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medida más obvia de un clasificador: los aciertos, la diagonal de la matriz, divididos por el total. 0,973 parece muy bueno. Pero cualquier exactitud hay que compararla con la de no tener modelo: predecir siempre la clase más frecuente, aquí "paga".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650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92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 y decir que nadie deja de pagar acierta el 96,7%, que es 1 − 0,033: uno menos la proporción que no paga, la p de la slide 9. De los 333 clientes que no pagan, el modelo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los odds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