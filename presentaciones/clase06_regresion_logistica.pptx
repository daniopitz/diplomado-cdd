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6 · Regresión logística: ¿sí o 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jueves 10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primer análisis exploratorio se entrega el martes 15 de septiembre por el Aula; el enunciado y la rúbrica están en el repositorio.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 puede entregar en un repositorio de GitHub, con acceso de lectura para los ayudantes y un PDF con el link subido al Aula.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Si el preprocesamiento es extenso, el notebook puede partir de una tabla intermedia, siempre que sea reproducible. Los datos confidenciales se declaran.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Una respuesta que es sí o no: la variable 0/1, Bernoulli y la proporción.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Por qué la recta de la clase 4 no sirve para un sí o 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La regresión logística: la recta dentro de una S, y cómo se lee e^b.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El mismo summary: coeficientes, error estándar, z y valor p; varias variables y dummies.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Clasificar: el umbral 0,5, la matriz de confusión, falsos positivos y falsos negativos, y evaluar fuera de la muestra.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pregunta de la clase: ¿sí o 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¿Qué clientes de una tarjeta de crédito dejarán de pagar? ¿Qué pasajeros del Titanic sobrevivieron? La respuesta no es un número: es un sí o un 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regresión de las clases 4 y 5 explica un número con una recta. Hoy la misma recta explica un sí o no, y para eso hay que pasarla por una curva.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modelo no entrega el sí o el no: entrega una probabilidad. Decidir es cortarla en un umbral, y toda decisión tiene dos formas de equivocarse.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Dos ejemplos: 10.000 clientes de tarjeta de crédito (James et al.) y 891 pasajeros del Titanic.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6_24_map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respuesta que es sí o no</a:t>
            </a:r>
          </a:p>
        </p:txBody>
      </p:sp>
      <p:pic>
        <p:nvPicPr>
          <p:cNvPr id="4" name="Picture 3" descr="c6_01_ejemp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66413"/>
            <a:ext cx="7744968" cy="2452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5656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 todos los casos la respuesta y vale 1 (sí) o 0 (no), y hay una o más variables x con las que explicarla. Es la misma estructura de la regresión: y a partir de 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Ejemplo 1: ¿qué clientes dejan de pagar?</a:t>
            </a:r>
          </a:p>
        </p:txBody>
      </p:sp>
      <p:pic>
        <p:nvPicPr>
          <p:cNvPr id="4" name="Picture 3" descr="c6_02_default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03304"/>
            <a:ext cx="7744968" cy="272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63639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Datos del libro de James et al.: 10.000 clientes, su deuda en la tarjeta (lo que deben después del pago mensual), su ingreso anual y si son estudiantes. Solo 333 dejaron de pagar: el sí es raro, y eso importará al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Bernoulli y la proporción</a:t>
            </a:r>
          </a:p>
        </p:txBody>
      </p:sp>
      <p:pic>
        <p:nvPicPr>
          <p:cNvPr id="4" name="Picture 3" descr="c6_03_bernoul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16993"/>
            <a:ext cx="7744968" cy="2695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995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 es la proporción de unos en la columna: 333 de 10.000, 0,033. Un cliente al azar es una Bernoulli con esa p: la distribución más simple, dos resultados y una probabilidad. La logística modela esa p según la deuda.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6_24_map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probabilidad de no pagar, por tramo de deuda</a:t>
            </a:r>
          </a:p>
        </p:txBody>
      </p:sp>
      <p:pic>
        <p:nvPicPr>
          <p:cNvPr id="4" name="Picture 3" descr="c6_25_fra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75" y="1143000"/>
            <a:ext cx="7246848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 agrupan los clientes por tramo de deuda y en cada tramo se cuenta cuántos dejaron de pagar. La fracción es la probabilidad de no pagar de ese tramo, estimada con los datos: casi 0 con deudas bajas, 0,50 entre 1.800 y 2.100 dólares, 1 desde los 2.400. Los nueve puntos tienen forma de S: esa es la curva que hace falta.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Por qué la recta no sirve</a:t>
            </a:r>
          </a:p>
        </p:txBody>
      </p:sp>
      <p:pic>
        <p:nvPicPr>
          <p:cNvPr id="4" name="Picture 3" descr="c6_04_recta_vs_cu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54" y="1143000"/>
            <a:ext cx="7190690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Nada impide ajustar la recta de la clase 4 con el 0/1 como respuesta, pero una probabilidad vive entre 0 y 1: con deuda 0 la recta da −0,08, y a los 2.000 dólares da 0,18 cuando la fracción real es 0,50. Las fracciones suben en forma de S, y la curva de la derecha las sigue: es la regresión logística.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6_24_map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probabilidad a las chances</a:t>
            </a:r>
          </a:p>
        </p:txBody>
      </p:sp>
      <p:pic>
        <p:nvPicPr>
          <p:cNvPr id="4" name="Picture 3" descr="c6_26_ch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16993"/>
            <a:ext cx="7744968" cy="2695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995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chances (odds) son la probabilidad dicha de otra forma: cuántos síes por cada no. P = 0,8 son chances de 4 a 1. Van de 0 a infinito, así que ya no tienen el techo de 1, pero siguen sin poder ser negativas.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las chances a su logaritmo</a:t>
            </a:r>
          </a:p>
        </p:txBody>
      </p:sp>
      <p:pic>
        <p:nvPicPr>
          <p:cNvPr id="4" name="Picture 3" descr="c6_27_log_ch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47085"/>
            <a:ext cx="7744968" cy="2635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19858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logaritmo de las chances puede ser cualquier número: negativo si el sí es menos probable que el no, 0 si son igual de probables, positivo si el sí es más probable. En esta escala no hay techo ni piso: aquí sí puede ir una recta.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misma relación en tres escalas</a:t>
            </a:r>
          </a:p>
        </p:txBody>
      </p:sp>
      <p:pic>
        <p:nvPicPr>
          <p:cNvPr id="4" name="Picture 3" descr="c6_28_tres_esca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38138"/>
            <a:ext cx="7744968" cy="2453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28805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los tramos de la slide 10: en log de las chances los puntos siguen una recta, y eso es lo que el modelo supone. Al deshacer el logaritmo la recta se vuelve una exponencial, y al volver a probabilidades, la S. La recta y la S son la misma cosa vista en dos escalas.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regresión logística</a:t>
            </a:r>
          </a:p>
        </p:txBody>
      </p:sp>
      <p:pic>
        <p:nvPicPr>
          <p:cNvPr id="4" name="Picture 3" descr="c6_06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53404"/>
            <a:ext cx="7744968" cy="2822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13539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dice que el log de las chances es una recta en x. Despejar P de esa ecuación da la sigmoide: por eso el exponente es a + b·x, es la misma recta. Y como sumar b en un logaritmo es multiplicar afuera, e^b dice cuánto se multiplican las chances por cada unidad de 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sigmoide</a:t>
            </a:r>
          </a:p>
        </p:txBody>
      </p:sp>
      <p:pic>
        <p:nvPicPr>
          <p:cNvPr id="4" name="Picture 3" descr="c6_05_sigmo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04" y="1143000"/>
            <a:ext cx="710259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función que apareció al despejar. Recibe la recta z = a + b·x, el log de las chances, y devuelve la probabilidad: en z = 0 (chances 1 a 1) vale 0,5; hacia la derecha se acerca a 1 y hacia la izquierda a 0, sin pasarse nunca.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lee b: las chances se multiplican</a:t>
            </a:r>
          </a:p>
        </p:txBody>
      </p:sp>
      <p:pic>
        <p:nvPicPr>
          <p:cNvPr id="4" name="Picture 3" descr="c6_07_lectura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38" y="1143000"/>
            <a:ext cx="7228523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la deuda en cientos de dólares, b = 0,55 y e^b = 1,73: cada 100 dólares más de deuda multiplican las chances de no pagar por 1,7. En probabilidades: 0,01 con 1.000 dólares, 0,08 con 1.500, 0,59 con 2.000.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ajusta: máxima verosimilitud</a:t>
            </a:r>
          </a:p>
        </p:txBody>
      </p:sp>
      <p:pic>
        <p:nvPicPr>
          <p:cNvPr id="4" name="Picture 3" descr="c6_08_verosimil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04" y="1143000"/>
            <a:ext cx="710259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No hay residuos que minimizar: con un 0/1 no hay distancia vertical que tenga sentido. Se eligen a y b que hacen más probable haber visto exactamente estos síes y noes; statsmodels lo resuelve por iteraciones.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logística en statsmodels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37744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modelo = smf.logit("no_paga ~ deuda_100", data=clientes).fit()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np.exp(modelo.params["deuda_100"])     # e^b = 1,73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modelo.predict(nuevos_clientes)       # probabilidades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88620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 misma sintaxis de fórmulas de la clase 5, con logit en lugar de ols. predict entrega probabilidades, no síes y noes. El código completo está en el notebook.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6_24_map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mismo summary, las mismas columnas</a:t>
            </a:r>
          </a:p>
        </p:txBody>
      </p:sp>
      <p:pic>
        <p:nvPicPr>
          <p:cNvPr id="4" name="Picture 3" descr="c6_09_summary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708459"/>
            <a:ext cx="7744968" cy="196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1451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Coeficiente, error estándar, z, valor p e intervalo, como en la clase 5. La única diferencia es z en lugar de t: con 10.000 clientes la referencia es la normal, y P&gt;|z| se lee igual que P&gt;|t|.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Varias variables: el caso del estudiante</a:t>
            </a:r>
          </a:p>
        </p:txBody>
      </p:sp>
      <p:pic>
        <p:nvPicPr>
          <p:cNvPr id="4" name="Picture 3" descr="c6_10_estudi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03304"/>
            <a:ext cx="7744968" cy="272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63639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Solos, los estudiantes dejan de pagar más (4,3% contra 2,9%). Pero deben más, y a igual deuda dejan de pagar menos. Es la confusión de variables de la clase 4: el coeficiente de una x cambia según qué otras x estén en el modelo.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con varias variables</a:t>
            </a:r>
          </a:p>
        </p:txBody>
      </p:sp>
      <p:pic>
        <p:nvPicPr>
          <p:cNvPr id="4" name="Picture 3" descr="c6_11_summary_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15638"/>
            <a:ext cx="7744968" cy="22985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51305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Estudiante es una dummy, como el modo de la clase 4: e^(−0,65) = 0,52, a igual deuda e ingreso, las chances de un estudiante son la mitad. El ingreso no aporta (p = 0,71): con la deuda en el modelo, no dice nada nuevo.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Ejemplo 2: ¿quién sobrevivió en el Titanic?</a:t>
            </a:r>
          </a:p>
        </p:txBody>
      </p:sp>
      <p:pic>
        <p:nvPicPr>
          <p:cNvPr id="4" name="Picture 3" descr="c6_12_titanic_ta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63483"/>
            <a:ext cx="7744968" cy="2658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949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74% de las mujeres sobrevivió contra el 19% de los hombres, y la clase del pasaje ordena a ambos grupos. Dos variables categóricas y la edad: la logística con dummies, otra vez.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del Titanic: cómo leer varios e^b</a:t>
            </a:r>
          </a:p>
        </p:txBody>
      </p:sp>
      <p:pic>
        <p:nvPicPr>
          <p:cNvPr id="4" name="Picture 3" descr="c6_13_summary_tita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93842"/>
            <a:ext cx="7744968" cy="2542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73101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coeficiente compara con una referencia: e^2,52 = 12,5, a igual clase y edad, las chances de una mujer son 12 veces las de un hombre; e^(−2,58) = 0,08, la tercera clase tiene el 8% de las chances de la primera; cada año de edad las multiplica por 0,96.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Predecir con varias variables: cuatro perfiles</a:t>
            </a:r>
          </a:p>
        </p:txBody>
      </p:sp>
      <p:pic>
        <p:nvPicPr>
          <p:cNvPr id="4" name="Picture 3" descr="c6_14_per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01" y="1143000"/>
            <a:ext cx="7278397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recta suma el aporte de cada variable y la sigmoide lo convierte en probabilidad: 0,94 para una mujer de primera clase, 0,08 para un hombre de tercera, ambos de 30 años. Los perfiles del medio quedan cerca de 0,5: ahí el modelo duda.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6_24_map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Clasificar: de la probabilidad a la decisión</a:t>
            </a:r>
          </a:p>
        </p:txBody>
      </p:sp>
      <p:pic>
        <p:nvPicPr>
          <p:cNvPr id="4" name="Picture 3" descr="c6_15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04" y="1143000"/>
            <a:ext cx="710259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 clasificador convierte P en sí o no con un umbral. Con 0,5, el modelo dice "no paga" desde los 1.937 dólares de deuda. A la derecha del corte hay clientes que sí pagan; a la izquierda, clientes que no: los dos errores.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confusión</a:t>
            </a:r>
          </a:p>
        </p:txBody>
      </p:sp>
      <p:pic>
        <p:nvPicPr>
          <p:cNvPr id="4" name="Picture 3" descr="c6_16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00" y="1143000"/>
            <a:ext cx="548779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 real en las filas, lo predicho en las columnas. La diagonal son los aciertos; fuera de ella, los dos errores con nombre propio: falso negativo (era sí, dijo no) y falso positivo (era no, dijo sí). De 333 clientes que no pagan, el modelo detecta 100.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Falso positivo y falso negativo</a:t>
            </a:r>
          </a:p>
        </p:txBody>
      </p:sp>
      <p:pic>
        <p:nvPicPr>
          <p:cNvPr id="4" name="Picture 3" descr="c6_17_fp_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16993"/>
            <a:ext cx="7744968" cy="2695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995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no sabe cuál error cuesta más: eso lo pone el problema. Para el banco, un falso negativo es dinero perdido; para un examen médico, una enfermedad sin detectar. Cómo elegir el umbral según ese costo queda para la próxima clase.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exactitud engaña cuando el sí es raro</a:t>
            </a:r>
          </a:p>
        </p:txBody>
      </p:sp>
      <p:pic>
        <p:nvPicPr>
          <p:cNvPr id="4" name="Picture 3" descr="c6_18_exact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25666"/>
            <a:ext cx="7744968" cy="25344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97309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acierta el 97,3%, pero decir que nadie deja de pagar acierta el 96,7%. De los 333 clientes que no pagan, detecta 100. Con un sí raro, la exactitud mide sobre todo lo fácil: los noes.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Titanic como clasificador</a:t>
            </a:r>
          </a:p>
        </p:txBody>
      </p:sp>
      <p:pic>
        <p:nvPicPr>
          <p:cNvPr id="4" name="Picture 3" descr="c6_22_titanic_clasifi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09" y="1143000"/>
            <a:ext cx="719038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un sí frecuente la exactitud sí informa: 79% contra el 59% de decir que todos murieron. Los errores: 83 falsos negativos, pasajeros que sobrevivieron y el modelo daba por muertos, y 68 falsos positivos.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Evaluar fuera de la muestra</a:t>
            </a:r>
          </a:p>
        </p:txBody>
      </p:sp>
      <p:pic>
        <p:nvPicPr>
          <p:cNvPr id="4" name="Picture 3" descr="c6_23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78214"/>
            <a:ext cx="7744968" cy="25733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88729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Medir la exactitud en los mismos datos con que se ajustó el modelo es hacer trampa: el modelo ya los vio. Se separa una parte de prueba antes de ajustar. Con modelos simples como estos las dos cifras se parecen; con modelos más flexibles, la de prueba es la única que vale.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respuesta a la pregunta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modelo no dice quién deja de pagar ni quién sobrevivió: dice con qué probabilidad. Un cliente con 2.000 dólares de deuda tiene 0,59; una mujer de primera clase, 0,94.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sí o el no lo ponemos nosotros con el umbral, y cada umbral deja una cantidad de falsos positivos y de falsos negativos. Cómo elegirlo según el costo de cada error queda para la próxima clase.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exactitud sola no basta: hay que mirar los dos errores por separado, y medirlos en datos que el modelo no vio.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sí o no es una Bernoulli: modelarlo es modelar su probabilidad p según las x.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regresión logística pasa la recta a + b·x por la sigmoide, que la mantiene entre 0 y 1; e^b multiplica las chances por cada unidad de x, y el summary se lee con las columnas de siempre.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Clasificar es cortar la probabilidad en un umbral; la matriz de confusión separa los aciertos de los dos errores, que no cuestan lo mismo.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un sí raro la exactitud engaña: hay que contar los falsos negativos y los falsos positivos. Y todo se mide en datos de prueba, no en los de entrenamiento.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 · al volver: manos al teclado, con el notebook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Martes 15: sensibilidad y especificidad, cómo elegir el umbral según el costo de cada error y la curva ROC; después, regresión regularizada (Ridge y Lasso).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lo de hoy ya se puede modelar, leer y evaluar una respuesta que es sí o 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primer análisis exploratorio se entrega el martes 15.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James, G., Witten, D., Hastie, T. y Tibshirani, R. (2021). An Introduction to Statistical Learning with Applications in R (2a ed.), capítulo 4 (regresión logística) y sección 5.1 (conjunto de validación). Springer. Disponible en statlearning.com.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Diez, D., Çetinkaya-Rundel, M. y Barr, C. (2019). OpenIntro Statistics (4a ed.), capítulo 9.5 (regresión logística). Disponible en openintro.org.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Default, del libro de James et al. (statlearning.com); Titanic, del repositorio seaborn-data (github.com/mwaskom/seaborn-data).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