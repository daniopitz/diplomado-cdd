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1320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9165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saldo en la tarjeta,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cliente es una Bernoulli con probabilidad p de no pagar; la media de la columna de 0 y 1 es la proporción, p = 0,033. Contar los síes entre n clientes da la binomial de la clase 5. La logística modela esa p según 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probabilidad vive entre 0 y 1. La recta da valores negativos con saldos bajos y se queda corta arriba, porque los datos suben en forma de S: casi nadie deja de pagar hasta los 1.500 dólares, y casi todos desde los 2.200.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3" y="1143000"/>
            <a:ext cx="774205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sigmoide recibe la recta z = a + b·x y devuelve un número entre 0 y 1. En z = 0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420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4155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chances (odds) son la razón sí contra no: con P = 0,8, cuatro síes por cada no. La recta a + b·x es el logaritmo de las chances, y por eso e^b dice cuánto se multiplican por cada unidad de 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las chances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186" y="1143000"/>
            <a:ext cx="720562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el saldo en cientos de dólares, b = 0,55 y e^b = 1,73: cada 100 dólares más de saldo multiplican las chances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saldo_100",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np.exp(modelo.params["saldo_100"])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saldo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saldo e ingreso, las chances de un estudiante son la mitad. El ingreso no aporta (p = 0,71): con el saldo en el modelo, no dice nada nuevo.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las chances de una mujer son 12 veces las de un hombre; e^(−2,58) = 0,08, la tercera clase tiene el 8% de las chances de la primera; cada año de edad las multiplica por 0,96.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saldo.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61" y="1143000"/>
            <a:ext cx="59818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El umbral es la forma de elegir cuál error se prefiere.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</a:t>
            </a:r>
          </a:p>
        </p:txBody>
      </p:sp>
      <p:pic>
        <p:nvPicPr>
          <p:cNvPr id="4" name="Picture 3" descr="c6_19_sens_e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1346"/>
            <a:ext cx="7744968" cy="30631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162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Sensibilidad: de los que eran sí, qué fracción detectó (0,30). Especificidad: de los que eran no, qué fracción dejó en paz (0,996). Las dos juntas dicen lo que la exactitud esconde.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es una decisión</a:t>
            </a:r>
          </a:p>
        </p:txBody>
      </p:sp>
      <p:pic>
        <p:nvPicPr>
          <p:cNvPr id="4" name="Picture 3" descr="c6_20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Bajar el umbral a 0,2 duplica los clientes detectados (199 de 333) a cambio de 263 falsos positivos. No hay umbral correcto: hay un balance entre los dos errores, y lo fija el costo de cada uno.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Todos los umbrales en una curva: la ROC</a:t>
            </a:r>
          </a:p>
        </p:txBody>
      </p:sp>
      <p:pic>
        <p:nvPicPr>
          <p:cNvPr id="4" name="Picture 3" descr="c6_21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245" y="1143000"/>
            <a:ext cx="532950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umbral: sensibilidad contra 1 − especificidad. Cuanto más se pega la curva a la esquina superior izquierda, mejor separa el modelo; la diagonal es adivinar al azar.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Sensibilidad 0,71 y especificidad 0,84: se equivoca más con los que sobrevivieron, hombres jóvenes de tercera clase que el modelo daba por muertos.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saldo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con él elegimos cuántos falsos positivos y cuántos falsos negativos aceptar.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las chances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engaña; sensibilidad y especificidad no. Y se miden en datos de prueba, no en los de entrenamiento.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regresión regularizada (Ridge y Lasso), para modelos con muchas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