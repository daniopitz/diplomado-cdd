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6711"/>
            <a:ext cx="7744968" cy="24763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023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10. En odds, los puntos suben como una exponencial; en log de los odds (chances), siguen una recta, y eso es lo que el modelo supone; en probabilidad, la S. La recta y la S son la misma relación vista en dos escalas.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del summary puestos en la recta.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