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con 2.700 dólares llega solo a 0,28 cuando casi todos esos clientes dejaron de pagar. Hace falta ver qué forma tienen los datos.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3" y="1143000"/>
            <a:ext cx="774205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sigmoide recibe la recta z = a + b·x y devuelve un número entre 0 y 1. En z = 0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420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4155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chances (odds) son la razón sí contra no: con P = 0,8, cuatro síes por cada no. La recta a + b·x es el logaritmo de las chances, y por eso e^b dice cuánto se multiplican por cada unidad de 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las chances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38" y="1143000"/>
            <a:ext cx="722852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las chances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las chances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las chances de una mujer son 12 veces las de un hombre; e^(−2,58) = 0,08, la tercera clase tiene el 8% de las chances de la primera; cada año de edad las multiplica por 0,96.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las chances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