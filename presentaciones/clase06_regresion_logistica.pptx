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6 · Regresión logística: ¿sí o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10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 de septiembre por el Aula; el enunciado y la rúbrica están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 entregar en un repositorio de GitHub, con acceso de lectura para los ayudantes y un PDF con el link subido al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el preprocesamiento es extenso, el notebook puede partir de una tabla intermedia, siempre que sea reproducible. Los datos confidenciales se declaran.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Una respuesta que es sí o no: la variable 0/1, Bernoulli y la proporción.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Por qué la recta de la clase 4 no sirve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logística: la recta dentro de una S, y cómo se lee e^b.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mismo summary: coeficientes, error estándar, z y valor p; varias variables y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Clasificar: el umbral, la matriz de confusión, falsos positivos y falsos negativos, y evaluar fuera de la muestra.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pregunta de la clase: ¿sí o no?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¿Qué clientes de una tarjeta de crédito dejarán de pagar? ¿Qué pasajeros del Titanic sobrevivieron? La respuesta no es un número: es un sí o un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las clases 4 y 5 explica un número con una recta. Hoy la misma recta explica un sí o no, y para eso hay que pasarla por una curva.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no entrega el sí o el no: entrega una probabilidad. Decidir es cortarla en un umbral, y toda decisión tiene dos formas de equivocarse.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ejemplos: 10.000 clientes de tarjeta de crédito (James et al.) y 891 pasajeros del Titanic.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respuesta que es sí o no</a:t>
            </a:r>
          </a:p>
        </p:txBody>
      </p:sp>
      <p:pic>
        <p:nvPicPr>
          <p:cNvPr id="4" name="Picture 3" descr="c6_01_ejemp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66413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5656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todos los casos la respuesta y vale 1 (sí) o 0 (no), y hay una o más variables x con las que explicarla. Es la misma estructura de la regresión: y a partir de 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1: ¿qué clientes dejan de pagar?</a:t>
            </a:r>
          </a:p>
        </p:txBody>
      </p:sp>
      <p:pic>
        <p:nvPicPr>
          <p:cNvPr id="4" name="Picture 3" descr="c6_02_default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Datos del libro de James et al.: 10.000 clientes, su deuda en la tarjeta (lo que deben después del pago mensual), su ingreso anual y si son estudiantes. Solo 333 dejaron de pagar: el sí es raro, y eso importará al final.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Bernoulli y la proporción</a:t>
            </a:r>
          </a:p>
        </p:txBody>
      </p:sp>
      <p:pic>
        <p:nvPicPr>
          <p:cNvPr id="4" name="Picture 3" descr="c6_03_bernoul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650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929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cliente es una Bernoulli con probabilidad p de no pagar; la media de la columna de 0 y 1 es la proporción, p = 0,033. Contar los síes entre n clientes da la binomial de la clase 5. La logística modela esa p según 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salen las probabilidades</a:t>
            </a:r>
          </a:p>
        </p:txBody>
      </p:sp>
      <p:pic>
        <p:nvPicPr>
          <p:cNvPr id="4" name="Picture 3" descr="c6_25_frac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82080"/>
            <a:ext cx="7744968" cy="2765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486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agrupan los clientes por tramo de deuda y en cada tramo se cuenta cuántos dejaron de pagar. La fracción es la probabilidad de no pagar de ese tramo, estimada con los datos: casi 0 con deudas bajas, 0,50 entre 1.800 y 2.100 dólares, 1 desde los 2.400.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 recta no sirve</a:t>
            </a:r>
          </a:p>
        </p:txBody>
      </p:sp>
      <p:pic>
        <p:nvPicPr>
          <p:cNvPr id="4" name="Picture 3" descr="c6_04_recta_vs_cur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8401"/>
            <a:ext cx="7744968" cy="28329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8542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probabilidad vive entre 0 y 1. La recta da valores negativos con deudas bajas y se queda corta arriba, porque las fracciones suben en forma de S: casi nadie deja de pagar hasta los 1.500 dólares, y casi todos desde los 2.400.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sigmoide</a:t>
            </a:r>
          </a:p>
        </p:txBody>
      </p:sp>
      <p:pic>
        <p:nvPicPr>
          <p:cNvPr id="4" name="Picture 3" descr="c6_05_sigmo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973" y="1143000"/>
            <a:ext cx="774205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sigmoide recibe la recta z = a + b·x y devuelve un número entre 0 y 1. En z = 0 vale 0,5; hacia la derecha se acerca a 1 y hacia la izquierda a 0, sin pasarse nunca.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6_06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420"/>
            <a:ext cx="7744968" cy="2822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4155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chances (odds) son la razón sí contra no: con P = 0,8, cuatro síes por cada no. La recta a + b·x es el logaritmo de las chances, y por eso e^b dice cuánto se multiplican por cada unidad de x.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b: las chances se multiplican</a:t>
            </a:r>
          </a:p>
        </p:txBody>
      </p:sp>
      <p:pic>
        <p:nvPicPr>
          <p:cNvPr id="4" name="Picture 3" descr="c6_07_lectura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738" y="1143000"/>
            <a:ext cx="722852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 deuda en cientos de dólares, b = 0,55 y e^b = 1,73: cada 100 dólares más de deuda multiplican las chances de no pagar por 1,7. En probabilidades: 0,01 con 1.000 dólares, 0,08 con 1.500, 0,59 con 2.000.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ajusta: máxima verosimilitud</a:t>
            </a:r>
          </a:p>
        </p:txBody>
      </p:sp>
      <p:pic>
        <p:nvPicPr>
          <p:cNvPr id="4" name="Picture 3" descr="c6_08_verosimil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residuos que minimizar: con un 0/1 no hay distancia vertical que tenga sentido. Se eligen a y b que hacen más probable haber visto exactamente estos síes y noes; statsmodels lo resuelve por iteraciones.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smf.logit("no_paga ~ deuda_100", data=clientes).fit()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np.exp(modelo.params["deuda_100"])     # e^b = 1,73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modelo.predict(nuevos_clientes)       # probabilidades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misma sintaxis de fórmulas de la clase 5, con logit en lugar de ols. predict entrega probabilidades, no síes y noes. El código completo está en el notebook.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6_09_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Coeficiente, error estándar, z, valor p e intervalo, como en la clase 5. La única diferencia es z en lugar de t: con 10.000 clientes la referencia es la normal, y P&gt;|z| se lee igual que P&gt;|t|.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Varias variables: el caso del estudiante</a:t>
            </a:r>
          </a:p>
        </p:txBody>
      </p:sp>
      <p:pic>
        <p:nvPicPr>
          <p:cNvPr id="4" name="Picture 3" descr="c6_10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Solos, los estudiantes dejan de pagar más (4,3% contra 2,9%). Pero deben más, y a igual deuda dejan de pagar menos. Es la confusión de variables de la clase 4: el coeficiente de una x cambia según qué otras x estén en el modelo.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varias variables</a:t>
            </a:r>
          </a:p>
        </p:txBody>
      </p:sp>
      <p:pic>
        <p:nvPicPr>
          <p:cNvPr id="4" name="Picture 3" descr="c6_11_summary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638"/>
            <a:ext cx="7744968" cy="22985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51305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Estudiante es una dummy, como el modo de la clase 4: e^(−0,65) = 0,52, a igual deuda e ingreso, las chances de un estudiante son la mitad. El ingreso no aporta (p = 0,71): con la deuda en el modelo, no dice nada nuevo.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2: ¿quién sobrevivió en el Titanic?</a:t>
            </a:r>
          </a:p>
        </p:txBody>
      </p:sp>
      <p:pic>
        <p:nvPicPr>
          <p:cNvPr id="4" name="Picture 3" descr="c6_12_titanic_tas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3483"/>
            <a:ext cx="7744968" cy="2658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949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74% de las mujeres sobrevivió contra el 19% de los hombres, y la clase del pasaje ordena a ambos grupos. Dos variables categóricas y la edad: la logística con dummies, otra vez.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del Titanic: cómo leer varios e^b</a:t>
            </a:r>
          </a:p>
        </p:txBody>
      </p:sp>
      <p:pic>
        <p:nvPicPr>
          <p:cNvPr id="4" name="Picture 3" descr="c6_13_summary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3842"/>
            <a:ext cx="7744968" cy="2542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310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compara con una referencia: e^2,52 = 12,5, a igual clase y edad, las chances de una mujer son 12 veces las de un hombre; e^(−2,58) = 0,08, la tercera clase tiene el 8% de las chances de la primera; cada año de edad las multiplica por 0,96.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Predecir con varias variables: cuatro perfiles</a:t>
            </a:r>
          </a:p>
        </p:txBody>
      </p:sp>
      <p:pic>
        <p:nvPicPr>
          <p:cNvPr id="4" name="Picture 3" descr="c6_14_per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801" y="1143000"/>
            <a:ext cx="7278397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suma el aporte de cada variable y la sigmoide lo convierte en probabilidad: 0,94 para una mujer de primera clase, 0,08 para un hombre de tercera, ambos de 30 años. Los perfiles del medio quedan cerca de 0,5: ahí el modelo duda.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6_15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clasificador convierte P en sí o no con un umbral. Con 0,5, el modelo dice "no paga" desde los 1.937 dólares de deuda. A la derecha del corte hay clientes que sí pagan; a la izquierda, clientes que no: los dos errores.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confusión</a:t>
            </a:r>
          </a:p>
        </p:txBody>
      </p:sp>
      <p:pic>
        <p:nvPicPr>
          <p:cNvPr id="4" name="Picture 3" descr="c6_16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061" y="1143000"/>
            <a:ext cx="598187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La diagonal son los aciertos; fuera de ella, los dos errores con nombre propio: falso negativo (era sí, dijo no) y falso positivo (era no, dijo sí).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Falso positivo y falso negativo</a:t>
            </a:r>
          </a:p>
        </p:txBody>
      </p:sp>
      <p:pic>
        <p:nvPicPr>
          <p:cNvPr id="4" name="Picture 3" descr="c6_17_fp_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no sabe cuál error cuesta más: eso lo pone el problema. Para el banco, un falso negativo es dinero perdido; para un examen médico, una enfermedad sin detectar. El umbral es la forma de elegir cuál error se prefiere.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 engaña cuando el sí es raro</a:t>
            </a:r>
          </a:p>
        </p:txBody>
      </p:sp>
      <p:pic>
        <p:nvPicPr>
          <p:cNvPr id="4" name="Picture 3" descr="c6_18_exact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acierta el 97,3%, pero decir que nadie deja de pagar acierta el 96,7%. De los 333 clientes que no pagan, detecta 100. Con un sí raro, la exactitud mide sobre todo lo fácil: los noes.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 y especificidad</a:t>
            </a:r>
          </a:p>
        </p:txBody>
      </p:sp>
      <p:pic>
        <p:nvPicPr>
          <p:cNvPr id="4" name="Picture 3" descr="c6_19_sens_esp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1346"/>
            <a:ext cx="7744968" cy="30631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162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Sensibilidad: de los que eran sí, qué fracción detectó (0,30). Especificidad: de los que eran no, qué fracción dejó en paz (0,996). Las dos juntas dicen lo que la exactitud esconde.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umbral es una decisión</a:t>
            </a:r>
          </a:p>
        </p:txBody>
      </p:sp>
      <p:pic>
        <p:nvPicPr>
          <p:cNvPr id="4" name="Picture 3" descr="c6_20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5009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796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Bajar el umbral a 0,2 duplica los clientes detectados (199 de 333) a cambio de 263 falsos positivos. No hay umbral correcto: hay un balance entre los dos errores, y lo fija el costo de cada uno.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Todos los umbrales en una curva: la ROC</a:t>
            </a:r>
          </a:p>
        </p:txBody>
      </p:sp>
      <p:pic>
        <p:nvPicPr>
          <p:cNvPr id="4" name="Picture 3" descr="c6_21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245" y="1143000"/>
            <a:ext cx="532950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umbral: sensibilidad contra 1 − especificidad. Cuanto más se pega la curva a la esquina superior izquierda, mejor separa el modelo; la diagonal es adivinar al azar.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Titanic como clasificador</a:t>
            </a:r>
          </a:p>
        </p:txBody>
      </p:sp>
      <p:pic>
        <p:nvPicPr>
          <p:cNvPr id="4" name="Picture 3" descr="c6_22_titanic_clasif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09" y="1143000"/>
            <a:ext cx="719038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 sí frecuente la exactitud sí informa: 79% contra el 59% de decir que todos murieron. Sensibilidad 0,71 y especificidad 0,84: se equivoca más con los que sobrevivieron, hombres jóvenes de tercera clase que el modelo daba por muertos.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Evaluar fuera de la muestra</a:t>
            </a:r>
          </a:p>
        </p:txBody>
      </p:sp>
      <p:pic>
        <p:nvPicPr>
          <p:cNvPr id="4" name="Picture 3" descr="c6_23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8214"/>
            <a:ext cx="7744968" cy="25733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872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 la exactitud en los mismos datos con que se ajustó el modelo es hacer trampa: el modelo ya los vio. Se separa una parte de prueba antes de ajustar. Con modelos simples como estos las dos cifras se parecen; con modelos más flexibles, la de prueba es la única que vale.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modelo no dice quién deja de pagar ni quién sobrevivió: dice con qué probabilidad. Un cliente con 2.000 dólares de deuda tiene 0,59; una mujer de primera clase, 0,94.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sí o el no lo ponemos nosotros con el umbral, y con él elegimos cuántos falsos positivos y cuántos falsos negativos aceptar.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exactitud sola no basta: hay que mirar los dos errores por separado, y medirlos en datos que el modelo no vio.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sí o no es una Bernoulli: modelarlo es modelar su probabilidad p según las x.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logística pasa la recta a + b·x por la sigmoide, que la mantiene entre 0 y 1; e^b multiplica las chances por cada unidad de x, y el summary se lee con las columnas de siempre.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Clasificar es cortar la probabilidad en un umbral; la matriz de confusión separa los aciertos de los dos errores, que no cuestan lo mismo.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un sí raro la exactitud engaña; sensibilidad y especificidad no. Y se miden en datos de prueba, no en los de entrenamiento.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15: regresión regularizada (Ridge y Lasso), para modelos con muchas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modelar, leer y evaluar una respuesta que es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(2021). An Introduction to Statistical Learning with Applications in R (2a ed.), capítulo 4 (regresión logística) y sección 5.1 (conjunto de validación). Springer. Disponible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Diez, D., Çetinkaya-Rundel, M. y Barr, C. (2019). OpenIntro Statistics (4a ed.), capítulo 9.5 (regresión logística). Disponible en openintro.org.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Default, del libro de James et al. (statlearning.com); Titanic, del repositorio seaborn-data (github.com/mwaskom/seaborn-data).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