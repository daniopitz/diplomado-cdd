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probabilidad a los odds (chances)</a:t>
            </a:r>
          </a:p>
        </p:txBody>
      </p:sp>
      <p:pic>
        <p:nvPicPr>
          <p:cNvPr id="4" name="Picture 3" descr="c6_26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odds (chances) son la probabilidad dicha de otra forma: cuántos síes por cada no. P = 0,8 son odds de 4 a 1. Van de 0 a infinito, así que ya no tienen el techo de 1, pero siguen sin poder ser negativas.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los odds (chances) a su logaritmo</a:t>
            </a:r>
          </a:p>
        </p:txBody>
      </p:sp>
      <p:pic>
        <p:nvPicPr>
          <p:cNvPr id="4" name="Picture 3" descr="c6_27_log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7085"/>
            <a:ext cx="7744968" cy="2635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1985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logaritmo de los odds puede ser cualquier número: negativo si el sí es menos probable que el no, 0 si son igual de probables, positivo si el sí es más probable. En esta escala no hay techo ni piso: aquí sí puede ir una recta.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relación en tres escalas</a:t>
            </a:r>
          </a:p>
        </p:txBody>
      </p:sp>
      <p:pic>
        <p:nvPicPr>
          <p:cNvPr id="4" name="Picture 3" descr="c6_28_tres_esca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138"/>
            <a:ext cx="7744968" cy="2453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8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tramos de la slide 10: en log de los odds (chances) los puntos siguen una recta, y eso es lo que el modelo supone. Al deshacer el logaritmo la recta se vuelve una exponencial, y al volver a probabilidades, la S. La recta y la S son la misma cosa vista en dos escalas.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404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35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(chances) es una recta en x. Despejar P de esa ecuación da la sigmoide: por eso el exponente es a + b·x, es la misma recta. Y como sumar b en un logaritmo es multiplicar afuera, e^b dice cuánto se multiplican los odds por cada unidad de 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función que apareció al despejar. Recibe la recta z = a + b·x, el log de los odds, y devuelve la probabilidad: en z = 0 (odds 1 a 1)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los odds (chances)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37" y="1143000"/>
            <a:ext cx="742772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los odds (chances)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los odds de un estudiante son la mitad. El ingreso no aporta (p = 0,71): con la deuda en el modelo, no dice nada nuevo.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los odds de una mujer son 12 veces las de un hombre; e^(−2,58) = 0,08, la tercera clase tiene el 8% de los odds de la primera; cada año de edad las multiplica por 0,96.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los odds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