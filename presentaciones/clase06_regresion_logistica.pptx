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las probabilidades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82080"/>
            <a:ext cx="7744968" cy="2765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486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401"/>
            <a:ext cx="7744968" cy="2832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854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probabilidad vive entre 0 y 1. La recta da valores negativos con deudas bajas y se queda corta arriba, porque las fracciones suben en forma de S: casi nadie deja de pagar hasta los 1.500 dólares, y casi todos desde los 2.400.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