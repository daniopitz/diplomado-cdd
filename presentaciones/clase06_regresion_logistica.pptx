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6 · Regresión logística: ¿sí o no?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10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 de septiembre por el Aula; el enunciado y la rúbrica están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puede entregar en un repositorio de GitHub, con acceso de lectura para los ayudantes y un PDF con el link subido al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el preprocesamiento es extenso, el notebook puede partir de una tabla intermedia, siempre que sea reproducible. Los datos confidenciales se declaran.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Una respuesta que es sí o no: la variable 0/1, Bernoulli y la proporción.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Por qué la recta de la clase 4 no sirve para un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logística: la recta dentro de una S, y cómo se lee e^b.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El mismo summary: coeficientes, error estándar, z y valor p; varias variables y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Clasificar: el umbral 0,5, la matriz de confusión, falsos positivos y falsos negativos, y evaluar fuera de la muestra.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pregunta de la clase: ¿sí o no?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¿Qué clientes de una tarjeta de crédito dejarán de pagar? ¿Qué pasajeros del Titanic sobrevivieron? La respuesta no es un número: es un sí o un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de las clases 4 y 5 explica un número con una recta. Hoy la misma recta explica un sí o no, y para eso hay que pasarla por una curva.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no entrega el sí o el no: entrega una probabilidad. Decidir es cortarla en un umbral, y toda decisión tiene dos formas de equivocarse.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ejemplos: 10.000 clientes de tarjeta de crédito (James et al.) y 891 pasajeros del Titanic.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respuesta que es sí o no</a:t>
            </a:r>
          </a:p>
        </p:txBody>
      </p:sp>
      <p:pic>
        <p:nvPicPr>
          <p:cNvPr id="4" name="Picture 3" descr="c6_01_ejemp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66413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5656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todos los casos la respuesta y vale 1 (sí) o 0 (no), y hay una o más variables x con las que explicarla. Es la misma estructura de la regresión: y a partir de 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clientes de la tarjeta</a:t>
            </a:r>
          </a:p>
        </p:txBody>
      </p:sp>
      <p:pic>
        <p:nvPicPr>
          <p:cNvPr id="4" name="Picture 3" descr="c6_36_dato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65654"/>
            <a:ext cx="7744968" cy="25984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0128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Antes de graficar nada, la tabla. Cada fila es un cliente. default dice si dejó de pagar y student si es estudiante, las dos en Yes o No; balance es la deuda en la tarjeta después del pago mensual e income el ingreso anual, en dólares.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1: ¿qué clientes dejan de pagar?</a:t>
            </a:r>
          </a:p>
        </p:txBody>
      </p:sp>
      <p:pic>
        <p:nvPicPr>
          <p:cNvPr id="4" name="Picture 3" descr="c6_02_default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Datos del libro de James et al.: 10.000 clientes, su deuda en la tarjeta (lo que deben después del pago mensual), su ingreso anual y si son estudiantes. Solo 333 dejaron de pagar: el sí es raro, y eso importará al final.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Bernoulli y la proporción</a:t>
            </a:r>
          </a:p>
        </p:txBody>
      </p:sp>
      <p:pic>
        <p:nvPicPr>
          <p:cNvPr id="4" name="Picture 3" descr="c6_03_bernoul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es la proporción de unos en la columna: 333 de 10.000, 0,033. Un cliente al azar es una Bernoulli con esa p: la distribución más simple, dos resultados y una probabilidad. La logística modela esa p según la deuda.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probabilidad de no pagar, por tramo de deuda</a:t>
            </a:r>
          </a:p>
        </p:txBody>
      </p:sp>
      <p:pic>
        <p:nvPicPr>
          <p:cNvPr id="4" name="Picture 3" descr="c6_25_frac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8575" y="1143000"/>
            <a:ext cx="7246848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agrupan los clientes por tramo de deuda y en cada tramo se cuenta cuántos dejaron de pagar. La fracción es la probabilidad de no pagar de ese tramo, estimada con los datos: casi 0 con deudas bajas, 0,50 entre 1.800 y 2.100 dólares, 1 desde los 2.400. Los nueve puntos tienen forma de S: esa es la curva que hace falta.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 recta no sirve</a:t>
            </a:r>
          </a:p>
        </p:txBody>
      </p:sp>
      <p:pic>
        <p:nvPicPr>
          <p:cNvPr id="4" name="Picture 3" descr="c6_04_recta_vs_cur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654" y="1143000"/>
            <a:ext cx="7190690" cy="25877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67912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Nada impide ajustar la recta de la clase 4 con el 0/1 como respuesta, pero una probabilidad vive entre 0 y 1: con deuda 0 la recta da −0,08, y a los 2.000 dólares da 0,18 cuando la fracción real es 0,50. Las fracciones suben en forma de S, y la curva de la derecha las sigue: es la regresión logística.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probabilidad a los odds (chances)</a:t>
            </a:r>
          </a:p>
        </p:txBody>
      </p:sp>
      <p:pic>
        <p:nvPicPr>
          <p:cNvPr id="4" name="Picture 3" descr="c6_26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odds (chances) son la probabilidad dicha de otra forma: cuántos síes por cada no. P = 0,8 son odds de 4 a 1. Van de 0 a infinito, así que ya no tienen el techo de 1, pero siguen sin poder ser negativas.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los odds (chances) a su logaritmo</a:t>
            </a:r>
          </a:p>
        </p:txBody>
      </p:sp>
      <p:pic>
        <p:nvPicPr>
          <p:cNvPr id="4" name="Picture 3" descr="c6_27_log_cha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47085"/>
            <a:ext cx="7744968" cy="26356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1985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logaritmo de los odds puede ser cualquier número: negativo si el sí es menos probable que el no, 0 si son igual de probables, positivo si el sí es más probable. En esta escala no hay techo ni piso: aquí sí puede ir una recta.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Despejar P: de la recta a la sigmoide</a:t>
            </a:r>
          </a:p>
        </p:txBody>
      </p:sp>
      <p:pic>
        <p:nvPicPr>
          <p:cNvPr id="4" name="Picture 3" descr="c6_32_despej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108" y="1143000"/>
            <a:ext cx="773978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es la recta z. Para volver a la probabilidad hay que despejar P, y el resultado es la sigmoide: por eso el exponente es la recta. Es álgebra, no una curva elegida aparte.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19672" y="283464"/>
            <a:ext cx="19293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Recordatorio</a:t>
            </a:r>
          </a:p>
          <a:p>
            <a:pPr algn="ctr"/>
            <a:r>
              <a:rPr sz="1500" b="0">
                <a:solidFill>
                  <a:srgbClr val="1D3557"/>
                </a:solidFill>
                <a:latin typeface="Fira Sans"/>
              </a:rPr>
              <a:t>odds = P / (1 − P)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relación en tres escalas</a:t>
            </a:r>
          </a:p>
        </p:txBody>
      </p:sp>
      <p:pic>
        <p:nvPicPr>
          <p:cNvPr id="4" name="Picture 3" descr="c6_28_tres_esca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750"/>
            <a:ext cx="7744968" cy="24522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1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tramos de la slide 10. En odds, los puntos suben como una exponencial; en log de los odds (chances), siguen una recta, y eso es lo que el modelo supone; y al despejar P como en la slide anterior, la S. La recta y la S son la misma relación vista en dos escalas.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6_06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3404"/>
            <a:ext cx="7744968" cy="28229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35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dice que el log de los odds (chances) es una recta en x. Despejar P de esa ecuación da la sigmoide: por eso el exponente es a + b·x, es la misma recta. Y como sumar b en un logaritmo es multiplicar afuera, e^b dice cuánto se multiplican los odds por cada unidad de x.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ajustado a los clientes</a:t>
            </a:r>
          </a:p>
        </p:txBody>
      </p:sp>
      <p:pic>
        <p:nvPicPr>
          <p:cNvPr id="4" name="Picture 3" descr="c6_33_modelo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slide anterior con los números del ajuste. a fija el nivel con deuda 0, b dice cuánto sube el log de los odds (chances) por cada 100 dólares, y e^b lo dice como multiplicación.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sigmoide</a:t>
            </a:r>
          </a:p>
        </p:txBody>
      </p:sp>
      <p:pic>
        <p:nvPicPr>
          <p:cNvPr id="4" name="Picture 3" descr="c6_05_sigmoi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función que apareció al despejar. Recibe la recta z = a + b·x, el log de los odds, y devuelve la probabilidad: en z = 0 (odds 1 a 1) vale 0,5; hacia la derecha se acerca a 1 y hacia la izquierda a 0, sin pasarse nunca.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b: los odds (chances) se multiplican</a:t>
            </a:r>
          </a:p>
        </p:txBody>
      </p:sp>
      <p:pic>
        <p:nvPicPr>
          <p:cNvPr id="4" name="Picture 3" descr="c6_07_lectura_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8137" y="1143000"/>
            <a:ext cx="742772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la deuda en cientos de dólares, b = 0,55 y e^b = 1,73: cada 100 dólares más de deuda multiplican los odds (chances) de no pagar por 1,7. En probabilidades: 0,01 con 1.000 dólares, 0,08 con 1.500, 0,59 con 2.000.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ajusta: máxima verosimilitud</a:t>
            </a:r>
          </a:p>
        </p:txBody>
      </p:sp>
      <p:pic>
        <p:nvPicPr>
          <p:cNvPr id="4" name="Picture 3" descr="c6_08_verosimil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residuos que minimizar: con un 0/1 no hay distancia vertical que tenga sentido. Se eligen a y b que hacen más probable haber visto exactamente estos síes y noes; statsmodels lo resuelve por iteraciones.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smf.logit("no_paga ~ deuda_100", data=clientes).fit()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np.exp(modelo.params["deuda_100"])     # e^b = 1,73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modelo.predict(nuevos_clientes)       # probabilidades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misma sintaxis de fórmulas de la clase 5, con logit en lugar de ols. predict entrega probabilidades, no síes y noes. El código completo está en el notebook.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6_09_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Coeficiente, error estándar, z, valor p e intervalo, como en la clase 5. La única diferencia es z en lugar de t: con 10.000 clientes la referencia es la normal, y P&gt;|z| se lee igual que P&gt;|t|.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Varias variables: el caso del estudiante</a:t>
            </a:r>
          </a:p>
        </p:txBody>
      </p:sp>
      <p:pic>
        <p:nvPicPr>
          <p:cNvPr id="4" name="Picture 3" descr="c6_10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03304"/>
            <a:ext cx="7744968" cy="27231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6363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Solos, los estudiantes dejan de pagar más (4,3% contra 2,9%). Pero deben más, y a igual deuda dejan de pagar menos. Es la confusión de variables de la clase 4: el coeficiente de una x cambia según qué otras x estén en el modelo.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solo con estudiante</a:t>
            </a:r>
          </a:p>
        </p:txBody>
      </p:sp>
      <p:pic>
        <p:nvPicPr>
          <p:cNvPr id="4" name="Picture 3" descr="c6_34_summary_estudia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44161"/>
            <a:ext cx="7744968" cy="18414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22782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una sola x, el modelo confirma las barras de la slide anterior: el coeficiente de estudiante es positivo, 0,40, y e^0,40 = 1,50. Los odds (chances) de no pagar de un estudiante son 1,5 veces las de un no estudiante.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estudiante y deuda</a:t>
            </a:r>
          </a:p>
        </p:txBody>
      </p:sp>
      <p:pic>
        <p:nvPicPr>
          <p:cNvPr id="4" name="Picture 3" descr="c6_35_summary_estudiante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69292"/>
            <a:ext cx="7744968" cy="19911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9765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agrega la deuda y el coeficiente de estudiante se da vuelta: pasa de 0,40 a −0,71, y e^(−0,71) = 0,49. A igual deuda, los odds (chances) de no pagar de un estudiante son la mitad. Ahí está la confusión de la slide anterior.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con varias variables</a:t>
            </a:r>
          </a:p>
        </p:txBody>
      </p:sp>
      <p:pic>
        <p:nvPicPr>
          <p:cNvPr id="4" name="Picture 3" descr="c6_11_summary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622"/>
            <a:ext cx="7744968" cy="22985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23289"/>
            <a:ext cx="7744968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Estudiante es una dummy, como el modo de la clase 4: e^(−0,65) = 0,52, a igual deuda e ingreso, los odds de un estudiante son la mitad. El ingreso no aporta (p = 0,71), pero no por la deuda: el ingreso y ser estudiante van juntos, 18 mil dólares contra 40 mil, así que con estudiante adentro el ingreso no dice nada nuevo.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los clientes</a:t>
            </a:r>
          </a:p>
        </p:txBody>
      </p:sp>
      <p:pic>
        <p:nvPicPr>
          <p:cNvPr id="4" name="Picture 3" descr="c6_29_modelo_deu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que queda: deuda y estudiante, porque el ingreso no aportaba. Para un cliente concreto se reemplazan sus valores, sale z, y la sigmoide lo convierte en probabilidad. Es lo que hace predict.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los pasajeros del Titanic</a:t>
            </a:r>
          </a:p>
        </p:txBody>
      </p:sp>
      <p:pic>
        <p:nvPicPr>
          <p:cNvPr id="4" name="Picture 3" descr="c6_37_datos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95197"/>
            <a:ext cx="7744968" cy="23393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17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segundo dataset, con la misma mirada previa. survived vale 1 si el pasajero sobrevivió, pclass es la clase del pasaje (1, 2 o 3) y sex el sexo. La edad falta en 177 pasajeros, y el modelo usa los 714 que sí la tienen.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Ejemplo 2: ¿quién sobrevivió en el Titanic?</a:t>
            </a:r>
          </a:p>
        </p:txBody>
      </p:sp>
      <p:pic>
        <p:nvPicPr>
          <p:cNvPr id="4" name="Picture 3" descr="c6_12_titanic_tas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3483"/>
            <a:ext cx="7744968" cy="26588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949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74% de las mujeres sobrevivió contra el 19% de los hombres, y la clase del pasaje ordena a ambos grupos. Dos variables categóricas y la edad: la logística con dummies, otra vez.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del Titanic: cómo leer varios e^b</a:t>
            </a:r>
          </a:p>
        </p:txBody>
      </p:sp>
      <p:pic>
        <p:nvPicPr>
          <p:cNvPr id="4" name="Picture 3" descr="c6_13_summary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3842"/>
            <a:ext cx="7744968" cy="2542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310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compara con una referencia: e^2,52 = 12,5, a igual clase y edad, los odds de una mujer son 12 veces las de un hombre; e^(−2,58) = 0,08, la tercera clase tiene el 8% de los odds de la primera; cada año de edad las multiplica por 0,96.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modelo final, escrito: el Titanic</a:t>
            </a:r>
          </a:p>
        </p:txBody>
      </p:sp>
      <p:pic>
        <p:nvPicPr>
          <p:cNvPr id="4" name="Picture 3" descr="c6_30_modelo_titan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5009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796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categórica aporta una dummy por categoría, menos la de referencia: mujer (contra hombre), clase2 y clase3 (contra primera). Un pasajero de la referencia solo lleva a y la edad.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Predecir con varias variables: cuatro perfiles</a:t>
            </a:r>
          </a:p>
        </p:txBody>
      </p:sp>
      <p:pic>
        <p:nvPicPr>
          <p:cNvPr id="4" name="Picture 3" descr="c6_14_perf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801" y="1143000"/>
            <a:ext cx="7278397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recta suma el aporte de cada variable y la sigmoide lo convierte en probabilidad: 0,94 para una mujer de primera clase, 0,08 para un hombre de tercera, ambos de 30 años. Los perfiles del medio quedan cerca de 0,5: ahí el modelo duda.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6_24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6_15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04" y="1143000"/>
            <a:ext cx="710259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clasificador convierte P en sí o no con un umbral. Con 0,5, el modelo dice "no paga" desde los 1.937 dólares de deuda. A la derecha del corte hay clientes que sí pagan; a la izquierda, clientes que no: los dos errores.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confusión</a:t>
            </a:r>
          </a:p>
        </p:txBody>
      </p:sp>
      <p:pic>
        <p:nvPicPr>
          <p:cNvPr id="4" name="Picture 3" descr="c6_16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La diagonal son los aciertos; fuera de ella, los dos errores con nombre propio: falso negativo (era sí, dijo no) y falso positivo (era no, dijo sí). De 333 clientes que no pagan, el modelo detecta 100.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Falso positivo y falso negativo</a:t>
            </a:r>
          </a:p>
        </p:txBody>
      </p:sp>
      <p:pic>
        <p:nvPicPr>
          <p:cNvPr id="4" name="Picture 3" descr="c6_17_fp_f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no sabe cuál error cuesta más: eso lo pone el problema. Para el banco, un falso negativo es dinero perdido; para un examen médico, una enfermedad sin detectar. Cómo elegir el umbral según ese costo queda para la próxima clase.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exactitud: qué fracción acertó</a:t>
            </a:r>
          </a:p>
        </p:txBody>
      </p:sp>
      <p:pic>
        <p:nvPicPr>
          <p:cNvPr id="4" name="Picture 3" descr="c6_31_exactitud_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8241" y="1143000"/>
            <a:ext cx="668751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medida más obvia de un clasificador: los aciertos, la diagonal de la matriz, divididos por el total. 0,973 parece muy bueno. Pero cualquier exactitud hay que compararla con la de no tener modelo: predecir siempre la clase más frecuente, aquí "paga".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exactitud engaña cuando el sí es raro</a:t>
            </a:r>
          </a:p>
        </p:txBody>
      </p:sp>
      <p:pic>
        <p:nvPicPr>
          <p:cNvPr id="4" name="Picture 3" descr="c6_18_exactit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650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9293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acierta el 97,3% y decir que nadie deja de pagar acierta el 96,7%, que es 1 − 0,033: uno menos la proporción que no paga, la p de la slide 9. De los 333 clientes que no pagan, el modelo detecta 100. Con un sí raro, la exactitud mide sobre todo lo fácil: los noes.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Titanic como clasificador</a:t>
            </a:r>
          </a:p>
        </p:txBody>
      </p:sp>
      <p:pic>
        <p:nvPicPr>
          <p:cNvPr id="4" name="Picture 3" descr="c6_22_titanic_clasific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809" y="1143000"/>
            <a:ext cx="719038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un sí frecuente la exactitud sí informa: 79% contra el 59% de decir que todos murieron. Los errores: 83 falsos negativos, pasajeros que sobrevivieron y el modelo daba por muertos, y 68 falsos positivos.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Evaluar fuera de la muestra</a:t>
            </a:r>
          </a:p>
        </p:txBody>
      </p:sp>
      <p:pic>
        <p:nvPicPr>
          <p:cNvPr id="4" name="Picture 3" descr="c6_23_train_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8214"/>
            <a:ext cx="7744968" cy="25733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8729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 la exactitud en los mismos datos con que se ajustó el modelo es hacer trampa: el modelo ya los vio. Se separa una parte de prueba antes de ajustar. Con modelos simples como estos las dos cifras se parecen; con modelos más flexibles, la de prueba es la única que vale.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modelo no dice quién deja de pagar ni quién sobrevivió: dice con qué probabilidad. Un cliente con 2.000 dólares de deuda tiene 0,59; una mujer de primera clase, 0,94.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sí o el no lo ponemos nosotros con el umbral, y cada umbral deja una cantidad de falsos positivos y de falsos negativos. Cómo elegirlo según el costo de cada error queda para la próxima clase.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exactitud sola no basta: hay que mirar los dos errores por separado, y medirlos en datos que el modelo no vio.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sí o no es una Bernoulli: modelarlo es modelar su probabilidad p según las x.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regresión logística pasa la recta a + b·x por la sigmoide, que la mantiene entre 0 y 1; e^b multiplica los odds por cada unidad de x, y el summary se lee con las columnas de siempre.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Clasificar es cortar la probabilidad en un umbral; la matriz de confusión separa los aciertos de los dos errores, que no cuestan lo mismo.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un sí raro la exactitud engaña: hay que contar los falsos negativos y los falsos positivos. Y todo se mide en datos de prueba, no en los de entrenamiento.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15: sensibilidad y especificidad, cómo elegir el umbral según el costo de cada error y la curva ROC; después, regresión regularizada (Ridge y Lasso).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modelar, leer y evaluar una respuesta que es sí o 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martes 15.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(2021). An Introduction to Statistical Learning with Applications in R (2a ed.), capítulo 4 (regresión logística) y sección 5.1 (conjunto de validación). Springer. Disponible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Diez, D., Çetinkaya-Rundel, M. y Barr, C. (2019). OpenIntro Statistics (4a ed.), capítulo 9.5 (regresión logística). Disponible en openintro.org.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Default, del libro de James et al. (statlearning.com); Titanic, del repositorio seaborn-data (github.com/mwaskom/seaborn-data).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